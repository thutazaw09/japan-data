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844" r:id="rId3"/>
    <p:sldId id="839" r:id="rId4"/>
    <p:sldId id="845" r:id="rId5"/>
    <p:sldId id="847" r:id="rId6"/>
    <p:sldId id="267" r:id="rId7"/>
  </p:sldIdLst>
  <p:sldSz cx="18288000" cy="10287000"/>
  <p:notesSz cx="6858000" cy="9144000"/>
  <p:embeddedFontLst>
    <p:embeddedFont>
      <p:font typeface="DM Serif Display" pitchFamily="2" charset="0"/>
      <p:regular r:id="rId9"/>
      <p:italic r:id="rId10"/>
    </p:embeddedFont>
    <p:embeddedFont>
      <p:font typeface="Open Sauc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93402" autoAdjust="0"/>
  </p:normalViewPr>
  <p:slideViewPr>
    <p:cSldViewPr>
      <p:cViewPr varScale="1">
        <p:scale>
          <a:sx n="68" d="100"/>
          <a:sy n="68" d="100"/>
        </p:scale>
        <p:origin x="11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865776" y="2843997"/>
            <a:ext cx="1255644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5412408" y="4905799"/>
            <a:ext cx="746318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 Required list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0B2-E8B4-C60D-729E-B8CAE042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7D438-DCF6-72B8-29F7-32984B3E0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A79B84-ABA2-8F75-C3D2-5280B6D6306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032B2C-3EB7-375F-E40E-7A2F093CF553}"/>
              </a:ext>
            </a:extLst>
          </p:cNvPr>
          <p:cNvSpPr txBox="1"/>
          <p:nvPr/>
        </p:nvSpPr>
        <p:spPr>
          <a:xfrm>
            <a:off x="6727031" y="1409700"/>
            <a:ext cx="48339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Required List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C72307-7ABF-8F75-E403-C2726CA19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70709"/>
              </p:ext>
            </p:extLst>
          </p:nvPr>
        </p:nvGraphicFramePr>
        <p:xfrm>
          <a:off x="1182811" y="2705100"/>
          <a:ext cx="15685501" cy="745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332">
                  <a:extLst>
                    <a:ext uri="{9D8B030D-6E8A-4147-A177-3AD203B41FA5}">
                      <a16:colId xmlns:a16="http://schemas.microsoft.com/office/drawing/2014/main" val="1669542638"/>
                    </a:ext>
                  </a:extLst>
                </a:gridCol>
                <a:gridCol w="3333169">
                  <a:extLst>
                    <a:ext uri="{9D8B030D-6E8A-4147-A177-3AD203B41FA5}">
                      <a16:colId xmlns:a16="http://schemas.microsoft.com/office/drawing/2014/main" val="275567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9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2-inch General-purpose Integrating Sphere [NIS-002-03A]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07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Sphere cover and laser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8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Detector 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32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Sample Holder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Baffle [light blocker]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1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850 nm laser light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13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Si-PD sensor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4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Spectrometer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2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Optical Fiber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98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Raspberry Pi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95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GeeekPi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Metal Case and N04 PCIe M.2 Key-M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PCIe Peripheral Board for Raspberry Pi 5 (Metal Case &amp; Expansion Board &amp; Active Cooling Fan)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4,099</a:t>
                      </a:r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2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ElectroCookie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256GB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for Raspberry Pi 5 – SK OEM BC901 (2242 Size, PCIe Gen4 x4)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4,399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0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Freenove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7-inch Touchscreen Monitor for Raspberry Pi 5, 4, B, 3, B+, A+, 800x480 Pixel IPS Display, 5-Point Touch Capacitive Screen, MIPI DSI Port with No Drivers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7,280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67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40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Setup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93C4960-46A8-C780-6F10-B3D40C2FB9B8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4717AEF-871D-5444-ACA0-8D89596EBBA6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DB82-B0BE-DA2C-9917-CCD6B536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7800B4-E21C-5446-F0AE-0104CBE360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lvl="0" algn="ctr">
              <a:defRPr/>
            </a:pPr>
            <a:r>
              <a:rPr lang="en-US" dirty="0"/>
              <a:t>2-inch General-purpose Integrating Sphere [NIS-002-03A]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FD6FC4-2FBC-B7D1-9B22-553E5D5AB0D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5E588E-F321-193B-C6AB-14CEE503A93C}"/>
              </a:ext>
            </a:extLst>
          </p:cNvPr>
          <p:cNvSpPr txBox="1"/>
          <p:nvPr/>
        </p:nvSpPr>
        <p:spPr>
          <a:xfrm>
            <a:off x="1023524" y="3067147"/>
            <a:ext cx="11930476" cy="94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5C7755C-F84D-65C2-2B68-C0AB1A03798F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837ADA0-6CB5-13DD-CF04-D6A9ADF82859}"/>
              </a:ext>
            </a:extLst>
          </p:cNvPr>
          <p:cNvSpPr txBox="1"/>
          <p:nvPr/>
        </p:nvSpPr>
        <p:spPr>
          <a:xfrm>
            <a:off x="13256756" y="9668846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A8B3D84-8C16-4F5C-1A18-0D0FE19A0A1F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4141467C-64E7-B450-3C5B-6A42BE5B7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267C52D9-B696-E023-6A71-5D6349213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664" y="6359952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A0AD1-2DDA-CA3D-42D3-CB79B7142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9" t="37581"/>
          <a:stretch>
            <a:fillRect/>
          </a:stretch>
        </p:blipFill>
        <p:spPr>
          <a:xfrm>
            <a:off x="10706759" y="1115230"/>
            <a:ext cx="9107714" cy="64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2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D744-2F64-95CE-3932-B903AAE1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C65ACF-579E-0C59-4687-9B6952B919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A41916-605E-5FBB-F080-C23103E8D74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3A7AA1-747C-AFA8-B61A-62AB920F5EEA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5343D4C-2177-6ADE-26C7-7FF6622C6132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6EFF752-6490-9885-5887-DC10DCA4F135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62F2BDA-6EAF-AE45-BB3D-E29AAC2AD3DB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D805DA04-543B-F4B9-7EC2-8A1CB622B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1A4B9C84-4CE3-DCE2-C095-8582DFA01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6647638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164019-4E3E-100A-B1A0-89B9ABCBB2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1" y="0"/>
            <a:ext cx="17494278" cy="10287000"/>
          </a:xfrm>
          <a:prstGeom prst="rect">
            <a:avLst/>
          </a:prstGeom>
        </p:spPr>
      </p:pic>
      <p:pic>
        <p:nvPicPr>
          <p:cNvPr id="15" name="Picture 1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0B8145F-3396-7259-6EA3-6F58AA6053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35200"/>
            <a:ext cx="12192000" cy="5816600"/>
          </a:xfrm>
          <a:prstGeom prst="rect">
            <a:avLst/>
          </a:prstGeom>
        </p:spPr>
      </p:pic>
      <p:pic>
        <p:nvPicPr>
          <p:cNvPr id="17" name="Picture 16" descr="A diagram of a machine&#10;&#10;AI-generated content may be incorrect.">
            <a:extLst>
              <a:ext uri="{FF2B5EF4-FFF2-40B4-BE49-F238E27FC236}">
                <a16:creationId xmlns:a16="http://schemas.microsoft.com/office/drawing/2014/main" id="{2F995BDD-E61E-014D-9B14-70E2C261B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2" y="3033712"/>
            <a:ext cx="70008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3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933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DM Serif Display</vt:lpstr>
      <vt:lpstr>Open Sauce</vt:lpstr>
      <vt:lpstr>Arial</vt:lpstr>
      <vt:lpstr>Times New Roman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158</cp:revision>
  <dcterms:created xsi:type="dcterms:W3CDTF">2006-08-16T00:00:00Z</dcterms:created>
  <dcterms:modified xsi:type="dcterms:W3CDTF">2025-10-27T01:32:15Z</dcterms:modified>
  <dc:identifier>DAG0bfrM1o8</dc:identifier>
</cp:coreProperties>
</file>