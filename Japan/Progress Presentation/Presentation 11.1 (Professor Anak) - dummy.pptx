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877" r:id="rId2"/>
    <p:sldId id="876" r:id="rId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48" autoAdjust="0"/>
    <p:restoredTop sz="92668" autoAdjust="0"/>
  </p:normalViewPr>
  <p:slideViewPr>
    <p:cSldViewPr>
      <p:cViewPr varScale="1">
        <p:scale>
          <a:sx n="69" d="100"/>
          <a:sy n="69" d="100"/>
        </p:scale>
        <p:origin x="62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F82B-E016-44BD-B0C4-D5A3DF34FAF9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7D310-3A65-477A-971E-8091E55376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9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031FF-6077-C9AF-6AB7-D27F621C0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16DD6-9857-FD93-8EC8-51D145F45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54ECD-8592-FA57-05D7-7FEA56B76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557F1-515A-6A94-EC43-896844F55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71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904D3-20F5-699D-E00A-A7A21B16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44B481-327D-E699-90C4-9986CFAC0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A3F3A-9B3D-9019-8596-B6C44B15D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A2918-E301-8009-10B7-2C886CBD4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7D310-3A65-477A-971E-8091E55376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76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C6D5F-9986-8754-CA04-59854F05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B4DA22-2AFE-2233-7DDF-AD86A7897EF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08D61D0-0037-F435-58EE-BEB70791E91E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47DAEB9C-CCA8-E0D6-88BF-8F94E75C09E7}"/>
              </a:ext>
            </a:extLst>
          </p:cNvPr>
          <p:cNvSpPr txBox="1"/>
          <p:nvPr/>
        </p:nvSpPr>
        <p:spPr>
          <a:xfrm>
            <a:off x="5024701" y="1517398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Progress of Simulation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8268D9B3-170A-EF61-D7A4-43586DABB5AB}"/>
              </a:ext>
            </a:extLst>
          </p:cNvPr>
          <p:cNvSpPr txBox="1"/>
          <p:nvPr/>
        </p:nvSpPr>
        <p:spPr>
          <a:xfrm>
            <a:off x="6610019" y="8193824"/>
            <a:ext cx="506796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Vid. Crimping of stent to deployment diameter</a:t>
            </a:r>
          </a:p>
        </p:txBody>
      </p:sp>
      <p:pic>
        <p:nvPicPr>
          <p:cNvPr id="9" name="11FC0E7E">
            <a:hlinkClick r:id="" action="ppaction://media"/>
            <a:extLst>
              <a:ext uri="{FF2B5EF4-FFF2-40B4-BE49-F238E27FC236}">
                <a16:creationId xmlns:a16="http://schemas.microsoft.com/office/drawing/2014/main" id="{B2EDCFA2-6323-EB58-67EA-CD92769A33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083095" y="2656707"/>
            <a:ext cx="14121810" cy="553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4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BD789-67AB-37AB-399C-D7DF6E53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F819F89-6F89-34A8-8E64-EC4D6BBE82A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5A9454E-37B3-7B1F-EE81-1719698CF397}"/>
              </a:ext>
            </a:extLst>
          </p:cNvPr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EBB38C9-6ACA-0815-D0EC-77314BE0B60D}"/>
              </a:ext>
            </a:extLst>
          </p:cNvPr>
          <p:cNvSpPr txBox="1"/>
          <p:nvPr/>
        </p:nvSpPr>
        <p:spPr>
          <a:xfrm>
            <a:off x="532739" y="2247900"/>
            <a:ext cx="9525000" cy="7278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ct val="200000"/>
              </a:lnSpc>
            </a:pPr>
            <a:r>
              <a:rPr lang="en-US" sz="4000" b="1" dirty="0"/>
              <a:t>Error in simulations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Poor-quality or distorted elements are not detected.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Asymmetric contact pairs make load transfer and stiffness become inconsistent, causing convergence instability.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Functional failure in contact pairs due to initial gaps between strut wires.</a:t>
            </a:r>
          </a:p>
          <a:p>
            <a:pPr marL="604519" lvl="1" indent="-302260">
              <a:lnSpc>
                <a:spcPct val="200000"/>
              </a:lnSpc>
              <a:buFont typeface="Arial"/>
              <a:buChar char="•"/>
            </a:pPr>
            <a:r>
              <a:rPr lang="en-US" sz="2500" dirty="0"/>
              <a:t>There exit a severe modelling error, with over-complex contact definition, poor contact geometry preparation and unsafe default contact parameters.  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461A1A72-D845-183C-3E6A-A226839D7F5A}"/>
              </a:ext>
            </a:extLst>
          </p:cNvPr>
          <p:cNvSpPr txBox="1"/>
          <p:nvPr/>
        </p:nvSpPr>
        <p:spPr>
          <a:xfrm>
            <a:off x="5024701" y="1517398"/>
            <a:ext cx="8238598" cy="613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>
              <a:lnSpc>
                <a:spcPts val="4479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Progress of Simulation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E73A0C7-0A5B-27F3-99E6-41ADB7BAB32B}"/>
              </a:ext>
            </a:extLst>
          </p:cNvPr>
          <p:cNvSpPr txBox="1"/>
          <p:nvPr/>
        </p:nvSpPr>
        <p:spPr>
          <a:xfrm>
            <a:off x="11868808" y="8037841"/>
            <a:ext cx="460812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2259" lvl="1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Fig. N</a:t>
            </a:r>
            <a:r>
              <a:rPr lang="en-US" dirty="0"/>
              <a:t>on-convergence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 solution of the stent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907A9B-435F-C2DE-E981-C778B6FB5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2039" y="4044651"/>
            <a:ext cx="7162800" cy="399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8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3355</TotalTime>
  <Words>84</Words>
  <Application>Microsoft Office PowerPoint</Application>
  <PresentationFormat>Custom</PresentationFormat>
  <Paragraphs>11</Paragraphs>
  <Slides>2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Times New Roman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Minimalist Pitch Deck Marketing Presentation</dc:title>
  <dc:creator>LUCUS</dc:creator>
  <cp:lastModifiedBy>THU TA ZAW</cp:lastModifiedBy>
  <cp:revision>481</cp:revision>
  <dcterms:created xsi:type="dcterms:W3CDTF">2006-08-16T00:00:00Z</dcterms:created>
  <dcterms:modified xsi:type="dcterms:W3CDTF">2026-02-20T17:21:45Z</dcterms:modified>
  <dc:identifier>DAG0bfrM1o8</dc:identifier>
</cp:coreProperties>
</file>