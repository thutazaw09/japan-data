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11874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3A93B-9BA8-0359-76A9-BD418868A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63F95-0143-1C5C-902F-ACB4EB2D2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152FC-E96D-0E95-279C-B903A3E6D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93B5D-7765-1FA2-AEFE-60B784B3A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A8DBCA-CF23-7613-C3AC-9DC07634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48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7C1B6-7444-2313-267D-189E123D5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F1D10-61B7-E895-C387-FF47C00A0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AEDDD-356B-AC8F-6A23-C545CB9F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0C656-2670-DE13-ED63-CBAB20EC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4C430-A04C-EE88-CE6C-8FBABCAF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0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1AD9-4B9C-2E35-D920-4A937EFC8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588A4-308F-82F0-E375-C8FBDB9EA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1633D-5DA8-EC06-9FE1-26F68B89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9C4A9-D89F-A0E1-4C68-B28EB3BB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48C39-B906-A9E3-590F-E37D24D7D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2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F857-C18D-4568-8F4F-DB91AF133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0FBE9-B234-3348-8263-174DA7794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20FEA-0E5A-4EFA-F0E7-65266D7F5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16738-992F-8226-B19D-40BEAA400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39A64-094F-D392-1CC5-4B53A9A2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97653-1F66-8205-2081-1F1FCCF1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23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F230-A4F4-1686-9765-C2028AA95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70985-FA0D-E244-CF83-8232C679D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CCAA9-0B3F-E720-76D6-98A953F48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30F60-2E86-8DEF-B855-15AD20421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0557A-5C73-2962-EED9-383D6E5E2D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69B407-FB72-BE36-4B00-4A91B69E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2B154-5EAC-4405-F926-28D9C3FC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E529A0-EA28-DDB6-538B-95A79E016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8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C489-AC9B-ED91-96BE-E31B4F8D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AC9E5B-7C8A-10C2-CFB1-6793A5C5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5DBE9-3F0E-0488-9D60-917FE8916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AF789-A1DB-A265-E53A-DCFBF5C5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0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10A34-B556-DB55-088B-F121617A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87B78-BBBF-311C-63B0-89D774E6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D8A19-D326-EE19-7B28-3F049591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04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3659-01A9-A01A-CE97-2F0FF80B9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65BB-7E16-33CB-5A36-6AC8F040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737D4-41D5-8F9E-F374-00D3063EB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B0301-24DC-C9B2-40D3-5CEC77B54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51E7C-CC8C-8448-6357-36EEA54A2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99032-CE50-22E7-A13D-A54ABBA9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06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7D09F-BCF8-86ED-851B-240972CD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86E0F-3307-4878-9603-4BAB3F5E4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67011-6C02-796E-CE44-C23E81118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11BAF-449A-D3CA-B6CE-85592801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4DC46-4DC4-B174-9DE9-99144C04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9E696-F201-C56D-3D2B-4184E1EF6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5F32-FD56-A2DF-0B1F-1D7FB80B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947FB-6EC7-1EF0-C534-D8DC88CE1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E514-AC0A-C928-E851-E42B6B70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3F6E0-C8A6-A83F-83FC-640621F1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53AA4-3872-5202-927E-7A071B7C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8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2CB79-CF85-70F3-A759-51C9B89D7C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FCC23-7424-0E6D-0BFE-2B07EC638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AD4DB-2F0D-E2FE-BD35-D97016FFA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5B22D-39D1-0F11-2DDE-4A0001B8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E9D03-AFA5-ECBB-CA05-8B445904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6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96A92-16CE-77DB-7786-E5EDF988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28978-5A7B-BB57-0C1B-087ACF0BC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7C522-EFCA-BB94-8886-FBC2CAE576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41EE3-7171-439D-99B9-84DCE1066B0F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94F0B-D19F-3B0D-8412-B8D9ACD10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3A331-6283-FE21-AA5C-A6AE590D3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F032B-5BD8-4F5C-93F5-DC85C18C4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1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CD26884-98F8-3D5F-6C81-AE503659FBF3}"/>
              </a:ext>
            </a:extLst>
          </p:cNvPr>
          <p:cNvCxnSpPr>
            <a:cxnSpLocks/>
          </p:cNvCxnSpPr>
          <p:nvPr/>
        </p:nvCxnSpPr>
        <p:spPr>
          <a:xfrm>
            <a:off x="2093686" y="1642836"/>
            <a:ext cx="1568450" cy="21018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50D5A6-AE63-FDFF-7F79-F62DF37978F9}"/>
              </a:ext>
            </a:extLst>
          </p:cNvPr>
          <p:cNvCxnSpPr>
            <a:cxnSpLocks/>
          </p:cNvCxnSpPr>
          <p:nvPr/>
        </p:nvCxnSpPr>
        <p:spPr>
          <a:xfrm>
            <a:off x="2093686" y="1077686"/>
            <a:ext cx="0" cy="10477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BC7EF-4561-B700-0682-C341BCC8DBF4}"/>
              </a:ext>
            </a:extLst>
          </p:cNvPr>
          <p:cNvCxnSpPr/>
          <p:nvPr/>
        </p:nvCxnSpPr>
        <p:spPr>
          <a:xfrm>
            <a:off x="1452336" y="1642836"/>
            <a:ext cx="130175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50FAAB75-D187-5579-58EE-1590D44B77B5}"/>
              </a:ext>
            </a:extLst>
          </p:cNvPr>
          <p:cNvCxnSpPr>
            <a:cxnSpLocks/>
          </p:cNvCxnSpPr>
          <p:nvPr/>
        </p:nvCxnSpPr>
        <p:spPr>
          <a:xfrm flipV="1">
            <a:off x="2103211" y="1866674"/>
            <a:ext cx="161925" cy="100012"/>
          </a:xfrm>
          <a:prstGeom prst="curvedConnector3">
            <a:avLst>
              <a:gd name="adj1" fmla="val 8235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4348E61-D162-9F05-2F18-F459A67B73E0}"/>
              </a:ext>
            </a:extLst>
          </p:cNvPr>
          <p:cNvSpPr/>
          <p:nvPr/>
        </p:nvSpPr>
        <p:spPr>
          <a:xfrm>
            <a:off x="3533866" y="3643086"/>
            <a:ext cx="762000" cy="73152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9CF416-A13D-FBD3-DB2D-CB6B257E8C28}"/>
              </a:ext>
            </a:extLst>
          </p:cNvPr>
          <p:cNvCxnSpPr>
            <a:stCxn id="16" idx="4"/>
          </p:cNvCxnSpPr>
          <p:nvPr/>
        </p:nvCxnSpPr>
        <p:spPr>
          <a:xfrm>
            <a:off x="3914866" y="4374606"/>
            <a:ext cx="0" cy="670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7146B0-45F0-2F61-C97E-3F577A1692F3}"/>
              </a:ext>
            </a:extLst>
          </p:cNvPr>
          <p:cNvCxnSpPr>
            <a:stCxn id="16" idx="5"/>
          </p:cNvCxnSpPr>
          <p:nvPr/>
        </p:nvCxnSpPr>
        <p:spPr>
          <a:xfrm>
            <a:off x="4184274" y="4267477"/>
            <a:ext cx="492592" cy="6329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9F77CC-8A0C-70FA-7507-82F693CEA40E}"/>
              </a:ext>
            </a:extLst>
          </p:cNvPr>
          <p:cNvCxnSpPr>
            <a:stCxn id="16" idx="3"/>
          </p:cNvCxnSpPr>
          <p:nvPr/>
        </p:nvCxnSpPr>
        <p:spPr>
          <a:xfrm flipH="1">
            <a:off x="2931886" y="4267477"/>
            <a:ext cx="713572" cy="549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4999814-9753-40AD-7924-1F9889A1C542}"/>
              </a:ext>
            </a:extLst>
          </p:cNvPr>
          <p:cNvSpPr txBox="1"/>
          <p:nvPr/>
        </p:nvSpPr>
        <p:spPr>
          <a:xfrm>
            <a:off x="1754991" y="134388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9FF2E-3E8F-3BE6-23C5-7CC0B03889C9}"/>
              </a:ext>
            </a:extLst>
          </p:cNvPr>
          <p:cNvSpPr txBox="1"/>
          <p:nvPr/>
        </p:nvSpPr>
        <p:spPr>
          <a:xfrm>
            <a:off x="3723948" y="382418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0A5BFF-4A73-7F2A-7E29-164449EB935C}"/>
                  </a:ext>
                </a:extLst>
              </p:cNvPr>
              <p:cNvSpPr txBox="1"/>
              <p:nvPr/>
            </p:nvSpPr>
            <p:spPr>
              <a:xfrm>
                <a:off x="2026455" y="1905066"/>
                <a:ext cx="272017" cy="246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/>
                        <m:t>θ</m:t>
                      </m:r>
                      <m:d>
                        <m:dPr>
                          <m:ctrlPr>
                            <a:rPr lang="en-US" sz="1000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000"/>
                            <m:t>t</m:t>
                          </m:r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0A5BFF-4A73-7F2A-7E29-164449EB9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455" y="1905066"/>
                <a:ext cx="272017" cy="246218"/>
              </a:xfrm>
              <a:prstGeom prst="rect">
                <a:avLst/>
              </a:prstGeom>
              <a:blipFill>
                <a:blip r:embed="rId2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E20D31-36F6-FF8F-B183-3F32F98E1647}"/>
                  </a:ext>
                </a:extLst>
              </p:cNvPr>
              <p:cNvSpPr txBox="1"/>
              <p:nvPr/>
            </p:nvSpPr>
            <p:spPr>
              <a:xfrm rot="3179145">
                <a:off x="2632521" y="2743342"/>
                <a:ext cx="11049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/>
                        <m:t>r</m:t>
                      </m:r>
                      <m:d>
                        <m:dPr>
                          <m:ctrlPr>
                            <a:rPr lang="en-US" sz="1000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000"/>
                            <m:t>t</m:t>
                          </m:r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FE20D31-36F6-FF8F-B183-3F32F98E1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179145">
                <a:off x="2632521" y="2743342"/>
                <a:ext cx="1104900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620DAA-177A-2AB8-774F-2B4889D86675}"/>
                  </a:ext>
                </a:extLst>
              </p:cNvPr>
              <p:cNvSpPr txBox="1"/>
              <p:nvPr/>
            </p:nvSpPr>
            <p:spPr>
              <a:xfrm>
                <a:off x="3619101" y="4589006"/>
                <a:ext cx="272017" cy="246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𝑚𝑔</m:t>
                      </m:r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620DAA-177A-2AB8-774F-2B4889D86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101" y="4589006"/>
                <a:ext cx="272017" cy="246218"/>
              </a:xfrm>
              <a:prstGeom prst="rect">
                <a:avLst/>
              </a:prstGeom>
              <a:blipFill>
                <a:blip r:embed="rId4"/>
                <a:stretch>
                  <a:fillRect r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97FDE3-10A4-8B7F-0E3A-27795DE55B7D}"/>
                  </a:ext>
                </a:extLst>
              </p:cNvPr>
              <p:cNvSpPr txBox="1"/>
              <p:nvPr/>
            </p:nvSpPr>
            <p:spPr>
              <a:xfrm>
                <a:off x="4404849" y="4396057"/>
                <a:ext cx="2720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/>
                          </m:ctrlPr>
                        </m:sSubPr>
                        <m:e>
                          <m:r>
                            <a:rPr lang="en-US" sz="1200" i="1"/>
                            <m:t>𝑎</m:t>
                          </m:r>
                        </m:e>
                        <m:sub>
                          <m:r>
                            <a:rPr lang="en-US" sz="1200" i="1"/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97FDE3-10A4-8B7F-0E3A-27795DE55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4849" y="4396057"/>
                <a:ext cx="27201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712BCC-B8C7-4A53-BDC6-B3912C2BDF48}"/>
                  </a:ext>
                </a:extLst>
              </p:cNvPr>
              <p:cNvSpPr txBox="1"/>
              <p:nvPr/>
            </p:nvSpPr>
            <p:spPr>
              <a:xfrm>
                <a:off x="3041538" y="4314408"/>
                <a:ext cx="22265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/>
                          </m:ctrlPr>
                        </m:sSubPr>
                        <m:e>
                          <m:r>
                            <a:rPr lang="en-US" sz="1200" i="1"/>
                            <m:t>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/>
                            <m:t>θ</m:t>
                          </m:r>
                          <m:r>
                            <a:rPr lang="en-US" sz="1200"/>
                            <m:t> 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712BCC-B8C7-4A53-BDC6-B3912C2BD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538" y="4314408"/>
                <a:ext cx="222655" cy="276999"/>
              </a:xfrm>
              <a:prstGeom prst="rect">
                <a:avLst/>
              </a:prstGeom>
              <a:blipFill>
                <a:blip r:embed="rId6"/>
                <a:stretch>
                  <a:fillRect r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035669-68BB-BBB7-E59A-E26D5BEFF63B}"/>
              </a:ext>
            </a:extLst>
          </p:cNvPr>
          <p:cNvCxnSpPr>
            <a:cxnSpLocks/>
          </p:cNvCxnSpPr>
          <p:nvPr/>
        </p:nvCxnSpPr>
        <p:spPr>
          <a:xfrm>
            <a:off x="7079343" y="1060769"/>
            <a:ext cx="0" cy="104775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C0181E-C967-ECD9-3188-9980FE299AC3}"/>
              </a:ext>
            </a:extLst>
          </p:cNvPr>
          <p:cNvCxnSpPr/>
          <p:nvPr/>
        </p:nvCxnSpPr>
        <p:spPr>
          <a:xfrm>
            <a:off x="6437993" y="1625919"/>
            <a:ext cx="130175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3F02C862-7C62-0C85-E7F1-83308DFCCBF6}"/>
              </a:ext>
            </a:extLst>
          </p:cNvPr>
          <p:cNvCxnSpPr>
            <a:cxnSpLocks/>
          </p:cNvCxnSpPr>
          <p:nvPr/>
        </p:nvCxnSpPr>
        <p:spPr>
          <a:xfrm flipV="1">
            <a:off x="7088868" y="1849757"/>
            <a:ext cx="161925" cy="100012"/>
          </a:xfrm>
          <a:prstGeom prst="curvedConnector3">
            <a:avLst>
              <a:gd name="adj1" fmla="val 8235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F06D2B-13ED-56F5-77B1-A46208E33ECF}"/>
              </a:ext>
            </a:extLst>
          </p:cNvPr>
          <p:cNvSpPr txBox="1"/>
          <p:nvPr/>
        </p:nvSpPr>
        <p:spPr>
          <a:xfrm>
            <a:off x="6740648" y="1326966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3FEC61-99E8-1F3B-7261-5E42000887A3}"/>
                  </a:ext>
                </a:extLst>
              </p:cNvPr>
              <p:cNvSpPr txBox="1"/>
              <p:nvPr/>
            </p:nvSpPr>
            <p:spPr>
              <a:xfrm>
                <a:off x="7012112" y="1888149"/>
                <a:ext cx="272017" cy="246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000"/>
                        <m:t>θ</m:t>
                      </m:r>
                      <m:d>
                        <m:dPr>
                          <m:ctrlPr>
                            <a:rPr lang="en-US" sz="1000" i="1"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000"/>
                            <m:t>t</m:t>
                          </m:r>
                        </m:e>
                      </m:d>
                    </m:oMath>
                  </m:oMathPara>
                </a14:m>
                <a:endParaRPr lang="en-US" sz="1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43FEC61-99E8-1F3B-7261-5E4200088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112" y="1888149"/>
                <a:ext cx="272017" cy="246218"/>
              </a:xfrm>
              <a:prstGeom prst="rect">
                <a:avLst/>
              </a:prstGeom>
              <a:blipFill>
                <a:blip r:embed="rId7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0096A7-EB32-CBD3-FD2E-ABF0339FB876}"/>
              </a:ext>
            </a:extLst>
          </p:cNvPr>
          <p:cNvCxnSpPr>
            <a:cxnSpLocks/>
          </p:cNvCxnSpPr>
          <p:nvPr/>
        </p:nvCxnSpPr>
        <p:spPr>
          <a:xfrm flipH="1" flipV="1">
            <a:off x="7079239" y="1625919"/>
            <a:ext cx="615043" cy="8353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D6A41BC-EA6A-8158-2F5C-AB636F1CA5C9}"/>
                  </a:ext>
                </a:extLst>
              </p:cNvPr>
              <p:cNvSpPr txBox="1"/>
              <p:nvPr/>
            </p:nvSpPr>
            <p:spPr>
              <a:xfrm rot="3202217">
                <a:off x="7133179" y="1874015"/>
                <a:ext cx="765877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/>
                          </m:ctrlPr>
                        </m:sSubPr>
                        <m:e>
                          <m:r>
                            <a:rPr lang="en-US" sz="1200" i="1"/>
                            <m:t>𝐹</m:t>
                          </m:r>
                        </m:e>
                        <m:sub>
                          <m:r>
                            <a:rPr lang="en-US" sz="1200" i="1"/>
                            <m:t>𝑟𝑜𝑝𝑒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D6A41BC-EA6A-8158-2F5C-AB636F1CA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202217">
                <a:off x="7133179" y="1874015"/>
                <a:ext cx="765877" cy="2936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859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3910E-E63F-06EC-2F1F-A4B03826E7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649E7-CC39-0696-7783-D48DA0167E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30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 TA ZAW</dc:creator>
  <cp:lastModifiedBy>THU TA ZAW</cp:lastModifiedBy>
  <cp:revision>1</cp:revision>
  <dcterms:created xsi:type="dcterms:W3CDTF">2025-11-27T05:04:26Z</dcterms:created>
  <dcterms:modified xsi:type="dcterms:W3CDTF">2025-11-27T05:27:43Z</dcterms:modified>
</cp:coreProperties>
</file>