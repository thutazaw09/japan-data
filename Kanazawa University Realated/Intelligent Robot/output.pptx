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3204" y="-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C391-8DC5-7A4B-8B93-17482A278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1F492-6DF2-780E-E572-BEF0E57CD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FB00D-5849-1310-9F90-B51165FE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6CBFE-84FE-F655-46C7-25357686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1BD38-0EA7-27D6-723F-96D50A19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3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144-764D-6B57-AF5B-9BB81CF6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CABC3-9998-E30D-E691-868C91B8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7C62-D214-FE3A-6728-508589E8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AA154-544D-1316-FD4E-FC0454FE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F2A6F-47B9-2A52-24D8-A9A40DD8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2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1CF5-8D62-F830-209C-D000AE58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FD05B-5E3F-7B4D-4B20-905FBC0DB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40EF6-A033-9532-BF17-615682ED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5E75A-8A19-3495-24A6-B8B5E9C7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C046B-7FF9-7E74-23C2-63694A9A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5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B291-5D95-DF0D-8484-64818DEE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33ED-1525-AAF5-C946-99B96C5CB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77B49-8F53-13DB-B275-98A88344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868B7-D563-6E21-369E-D4DBC0035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CA77C-E00E-E73B-8739-BC5D4C32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FB62D-1A7D-95ED-FFA7-FDFAD1AA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1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C0F7-7C11-3832-D73C-BB879A4C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201DC-C481-46D9-3E54-06DFFEB02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D6A68-B01D-12DF-E11E-7AC8834EE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7BD58-E234-CBAA-A561-F2C9F808A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1283E-BC13-1DD9-7464-24507E8C4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9D7F2-405F-2147-B8A2-5C5E6EF7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19186-D84C-8178-0F6E-10EC0241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0D8D2-3933-9BCD-E424-E5803DBA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8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AB34-D7C7-CE11-F71B-1A67CCBDA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B164E-6B4C-AD6F-A26C-C94D8534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5A6FA-501C-864A-42DE-79FED3A1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2F42B-8FBC-A636-2BFC-5A2C47EB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3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2CAC4-CD05-E328-F733-910EABBA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E07A6-0B5B-96AA-2723-E95FBD10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EC248-7418-664A-AEFC-7D10D590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4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3372-7F87-B2B8-1F46-33AA526A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4AFD-7A78-0EA1-42B6-271A757A7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10EA3-FE13-BAA8-873F-166A2E1D0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7C650-C9A0-921E-2F06-14AB7412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402DB-DB6D-AC60-9D1B-DF285089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FC47A-D503-90A4-7D8A-4CEE84D6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8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193F-C515-323D-AB65-6E8C3D2C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41C322-EB22-0C18-D28E-70EB30FB8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FAC4B-C29D-1F16-FAA7-EBE1CBD8D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53A0C-3085-338B-0C95-315AC089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4CD8A-13BD-55F6-E6A0-95D5C14D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16CBD-C375-C447-1545-218DC3DA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6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BDD5-9331-3D41-887D-CA5D3812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2AEB3-5411-E0D6-2AC9-309EDFD12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B3EBE-C853-76FA-D103-75C1C6AF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B26EB-F229-7053-C566-48583769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AAA36-8539-AB96-C4FF-ECB348AA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1933A-A374-2268-3E6E-F82538C8D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6C615-4858-DCA0-41E4-E0B13C35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46671-3D51-1853-7DBB-755478DE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72877-FE3D-6984-A21A-50E3491C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F4CD-11E7-746F-4379-3322ACA6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63A04-3BF5-DBA4-13C6-AF1ACD83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5D6D8-0DA9-0EF6-795D-412CE5AF1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E7720-6BE9-5705-26DE-54C6F2032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60E30-0223-4F33-9452-9FB3D3C5DFD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2C07-2027-2747-DF21-8B1AAAA2D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D095-ABCC-37FC-FBA9-4DB5B2DE1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051CA-F69B-4DC4-9047-53CBB1B8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8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E129481-6AD3-6C40-B110-4BBF8DD76FDD}"/>
              </a:ext>
            </a:extLst>
          </p:cNvPr>
          <p:cNvSpPr/>
          <p:nvPr/>
        </p:nvSpPr>
        <p:spPr>
          <a:xfrm>
            <a:off x="5129119" y="3029328"/>
            <a:ext cx="545006" cy="537438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15EEAC-A5D2-D9ED-51D8-F4280D774FBD}"/>
              </a:ext>
            </a:extLst>
          </p:cNvPr>
          <p:cNvCxnSpPr>
            <a:cxnSpLocks/>
          </p:cNvCxnSpPr>
          <p:nvPr/>
        </p:nvCxnSpPr>
        <p:spPr>
          <a:xfrm flipH="1">
            <a:off x="5274453" y="3572822"/>
            <a:ext cx="1" cy="835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C35156-6C16-8568-64D9-71855A76B1BD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5395566" y="2210305"/>
            <a:ext cx="6056" cy="819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1F5D03-7BAD-FE29-5329-4F9E8DBDB618}"/>
              </a:ext>
            </a:extLst>
          </p:cNvPr>
          <p:cNvCxnSpPr>
            <a:cxnSpLocks/>
          </p:cNvCxnSpPr>
          <p:nvPr/>
        </p:nvCxnSpPr>
        <p:spPr>
          <a:xfrm flipV="1">
            <a:off x="5522734" y="3566766"/>
            <a:ext cx="0" cy="814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948AE-F171-981E-1F25-D5F819B1C309}"/>
                  </a:ext>
                </a:extLst>
              </p:cNvPr>
              <p:cNvSpPr txBox="1"/>
              <p:nvPr/>
            </p:nvSpPr>
            <p:spPr>
              <a:xfrm>
                <a:off x="4963327" y="3843376"/>
                <a:ext cx="362599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/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/>
                            <m:t>g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4948AE-F171-981E-1F25-D5F819B1C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327" y="3843376"/>
                <a:ext cx="362599" cy="294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271613-18C6-43A0-A5CE-81D0717EDC78}"/>
                  </a:ext>
                </a:extLst>
              </p:cNvPr>
              <p:cNvSpPr txBox="1"/>
              <p:nvPr/>
            </p:nvSpPr>
            <p:spPr>
              <a:xfrm>
                <a:off x="5311526" y="2491890"/>
                <a:ext cx="3754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/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271613-18C6-43A0-A5CE-81D0717E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26" y="2491890"/>
                <a:ext cx="37542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96DCD2-45A1-BD66-BE7C-0A4DAE4A8E63}"/>
                  </a:ext>
                </a:extLst>
              </p:cNvPr>
              <p:cNvSpPr txBox="1"/>
              <p:nvPr/>
            </p:nvSpPr>
            <p:spPr>
              <a:xfrm>
                <a:off x="5437786" y="3856396"/>
                <a:ext cx="375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𝑐𝑣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96DCD2-45A1-BD66-BE7C-0A4DAE4A8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86" y="3856396"/>
                <a:ext cx="37510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92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TA ZAW</dc:creator>
  <cp:lastModifiedBy>THU TA ZAW</cp:lastModifiedBy>
  <cp:revision>3</cp:revision>
  <dcterms:created xsi:type="dcterms:W3CDTF">2025-11-28T13:45:14Z</dcterms:created>
  <dcterms:modified xsi:type="dcterms:W3CDTF">2025-11-28T13:54:58Z</dcterms:modified>
</cp:coreProperties>
</file>