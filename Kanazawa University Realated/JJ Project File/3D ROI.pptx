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861" r:id="rId2"/>
    <p:sldId id="863" r:id="rId3"/>
    <p:sldId id="864" r:id="rId4"/>
    <p:sldId id="866" r:id="rId5"/>
    <p:sldId id="868" r:id="rId6"/>
    <p:sldId id="865" r:id="rId7"/>
    <p:sldId id="869" r:id="rId8"/>
    <p:sldId id="8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830BF0-E95B-456A-BF51-CAF2D542174A}" type="doc">
      <dgm:prSet loTypeId="urn:microsoft.com/office/officeart/2005/8/layout/bProcess4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US"/>
        </a:p>
      </dgm:t>
    </dgm:pt>
    <dgm:pt modelId="{03FC4FF4-B4A9-4D90-B06E-19CDB3753B9B}">
      <dgm:prSet/>
      <dgm:spPr/>
      <dgm:t>
        <a:bodyPr/>
        <a:lstStyle/>
        <a:p>
          <a:pPr algn="thaiDist"/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Define the 3D ROI: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5EC119-2005-4515-A86A-6F0F81E199AA}" type="parTrans" cxnId="{9751AAF0-0914-4C94-9E0F-066CBB5ABBDA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9B61E4-1714-403F-9782-538E355ACF58}" type="sibTrans" cxnId="{9751AAF0-0914-4C94-9E0F-066CBB5ABBDA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2EA5FB2-8B97-4037-AFAB-0F02E9E96759}">
      <dgm:prSet/>
      <dgm:spPr/>
      <dgm:t>
        <a:bodyPr/>
        <a:lstStyle/>
        <a:p>
          <a:pPr algn="thaiDist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Use known real-world coordinates (e.g., x_min, x_max, y_min, y_max, z_min, z_max) to define a bounding box directly in 3D space.</a:t>
          </a:r>
        </a:p>
      </dgm:t>
    </dgm:pt>
    <dgm:pt modelId="{FC0B8D2F-3FBE-4736-BA77-7777C8F85E3C}" type="parTrans" cxnId="{17F36344-18B7-4390-993A-C2C333AD77E1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FABC76-156D-40F9-9EEA-D65E618E06F4}" type="sibTrans" cxnId="{17F36344-18B7-4390-993A-C2C333AD77E1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215AFB-5DB5-48B3-B258-EAC2E03F7A3F}">
      <dgm:prSet/>
      <dgm:spPr/>
      <dgm:t>
        <a:bodyPr/>
        <a:lstStyle/>
        <a:p>
          <a:pPr algn="thaiDist"/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Apply Depth Noise Reduction: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994F16-CCAE-4B9C-B08F-C877EEA39F7A}" type="parTrans" cxnId="{43E56DEC-763D-48DC-AE15-15BB2F02C68C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8FEC82F-C70F-4160-99E6-6BA04499ECEE}" type="sibTrans" cxnId="{43E56DEC-763D-48DC-AE15-15BB2F02C68C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2D044B-1108-4075-8739-F82CA61E46FD}">
      <dgm:prSet/>
      <dgm:spPr/>
      <dgm:t>
        <a:bodyPr/>
        <a:lstStyle/>
        <a:p>
          <a:pPr algn="thaiDi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 RealSense depth filters such as decimation, spatial, and temporal filters to smooth depth data and fill gaps.</a:t>
          </a:r>
        </a:p>
      </dgm:t>
    </dgm:pt>
    <dgm:pt modelId="{2B0D5FBC-D469-48BA-BBF3-29596E88736E}" type="parTrans" cxnId="{4F870613-096C-4FA2-90DF-16A96392CF93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C07C81-CAE0-4830-B5D5-A1145438D54D}" type="sibTrans" cxnId="{4F870613-096C-4FA2-90DF-16A96392CF93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0EDBA0-1D72-4C44-BBAB-C40E2D5DE960}">
      <dgm:prSet/>
      <dgm:spPr/>
      <dgm:t>
        <a:bodyPr/>
        <a:lstStyle/>
        <a:p>
          <a:pPr algn="thaiDist"/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Capture and Save Filtered Point Cloud: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54683F-F76E-4BE8-BB45-1B74DBE896D4}" type="parTrans" cxnId="{0DE47443-846A-4B30-9407-8A1513F24D89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A86B3BD-9276-4F5B-8DD6-B4E23DE7B054}" type="sibTrans" cxnId="{0DE47443-846A-4B30-9407-8A1513F24D89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DAA0987-4558-46F9-A47C-849FC511E9B5}">
      <dgm:prSet/>
      <dgm:spPr/>
      <dgm:t>
        <a:bodyPr/>
        <a:lstStyle/>
        <a:p>
          <a:pPr algn="thaiDi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Ensure the point cloud data is filtered based on the defined 3D ROI and depth range (DEPTH_MIN and DEPTH_MAX) before saving.</a:t>
          </a:r>
        </a:p>
      </dgm:t>
    </dgm:pt>
    <dgm:pt modelId="{CFD0AC5F-7C68-4D60-A199-1D266EF193CE}" type="parTrans" cxnId="{4C6CCD43-98D8-4C7C-B007-C54FF81C8C06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03C04B-B24B-45AA-BF93-B02BBAECE26A}" type="sibTrans" cxnId="{4C6CCD43-98D8-4C7C-B007-C54FF81C8C06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5463104-32EB-477B-9F8E-FDCCA3AE28D7}">
      <dgm:prSet/>
      <dgm:spPr/>
      <dgm:t>
        <a:bodyPr/>
        <a:lstStyle/>
        <a:p>
          <a:pPr algn="thaiDist"/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Normalize and Clean Data: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D3DF3D-6D14-4B92-9873-59290E4EDB4F}" type="parTrans" cxnId="{55C32C92-9F45-40CC-A297-356517570120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FF5F81-B927-4A52-B4DD-F574345F8024}" type="sibTrans" cxnId="{55C32C92-9F45-40CC-A297-356517570120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36A2672-2A2D-4B03-9FF2-793646967A74}">
      <dgm:prSet/>
      <dgm:spPr/>
      <dgm:t>
        <a:bodyPr/>
        <a:lstStyle/>
        <a:p>
          <a:pPr algn="thaiDist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Normalize the captured 3D points to fit within a unit cube.</a:t>
          </a:r>
        </a:p>
      </dgm:t>
    </dgm:pt>
    <dgm:pt modelId="{31745D12-7DFE-4FAD-A749-B8A301F297D5}" type="parTrans" cxnId="{869FD71B-13AA-4510-ABEF-C8083814CCAC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38A2F7-409C-4ED5-9039-3DB28C8B9566}" type="sibTrans" cxnId="{869FD71B-13AA-4510-ABEF-C8083814CCAC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84B4F9-F257-4207-B7F7-CE4579D93B23}">
      <dgm:prSet/>
      <dgm:spPr/>
      <dgm:t>
        <a:bodyPr/>
        <a:lstStyle/>
        <a:p>
          <a:pPr algn="thaiDist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Remove outliers using statistical outlier removal techniques for cleaner data.</a:t>
          </a:r>
        </a:p>
      </dgm:t>
    </dgm:pt>
    <dgm:pt modelId="{6CFFC357-EB76-4DBD-8C4D-042DFC1D334E}" type="parTrans" cxnId="{68D939C1-9F05-4A70-93D7-84A9D5A55B15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0AA525F-9945-4DC2-BCC4-8130C12A0C43}" type="sibTrans" cxnId="{68D939C1-9F05-4A70-93D7-84A9D5A55B15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E722D0-DAAB-4B69-8FED-3B202AEFEF3D}">
      <dgm:prSet/>
      <dgm:spPr/>
      <dgm:t>
        <a:bodyPr/>
        <a:lstStyle/>
        <a:p>
          <a:pPr algn="thaiDist"/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Visualize the Point Cloud: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A0AF45-B3C6-4503-AFD8-34D2D5CEAB5B}" type="parTrans" cxnId="{1F637E9B-E1CF-48A5-B9E2-786C7B9A436D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DEC545-C5F3-4982-9CEB-E6036801D2F0}" type="sibTrans" cxnId="{1F637E9B-E1CF-48A5-B9E2-786C7B9A436D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607E0A-77CA-4676-AE16-A11E791955B4}">
      <dgm:prSet/>
      <dgm:spPr/>
      <dgm:t>
        <a:bodyPr/>
        <a:lstStyle/>
        <a:p>
          <a:pPr algn="thaiDist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 visualization tools like Open3D or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Plotly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to inspect the captured 3D map and validate its accuracy.</a:t>
          </a:r>
        </a:p>
      </dgm:t>
    </dgm:pt>
    <dgm:pt modelId="{8A2C2FE8-7EFF-40B0-9765-C91953F2EA35}" type="parTrans" cxnId="{D873E2D1-4DAC-40FB-9FEE-937F43CCEFF5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D044959-4CAE-4CE8-8165-3783E819EBEE}" type="sibTrans" cxnId="{D873E2D1-4DAC-40FB-9FEE-937F43CCEFF5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B8934DC-F98E-4D72-805D-A0992E4E1B2B}">
      <dgm:prSet/>
      <dgm:spPr/>
      <dgm:t>
        <a:bodyPr/>
        <a:lstStyle/>
        <a:p>
          <a:pPr algn="thaiDist"/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Refine Alignment: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D4A6E3-6F65-4146-9F7D-CF77C31720BA}" type="parTrans" cxnId="{5182316D-8B47-439F-88FB-DBA9CB228EDA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9C40643-47EF-4657-AE62-CE42BA9BA9EC}" type="sibTrans" cxnId="{5182316D-8B47-439F-88FB-DBA9CB228EDA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417AC2-E35C-4495-BC7C-24746F0B1E76}">
      <dgm:prSet/>
      <dgm:spPr/>
      <dgm:t>
        <a:bodyPr/>
        <a:lstStyle/>
        <a:p>
          <a:pPr algn="thaiDist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Apply rotation or transformation matrices to align the captured map with the desired coordinate system.</a:t>
          </a:r>
        </a:p>
      </dgm:t>
    </dgm:pt>
    <dgm:pt modelId="{C9542CB3-D58B-4AB2-B873-A27C390108FE}" type="parTrans" cxnId="{DE8A2756-2611-4C6C-923A-9934157CD36F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F9E5B2-A33A-4CA3-B8D8-3CD927DFD910}" type="sibTrans" cxnId="{DE8A2756-2611-4C6C-923A-9934157CD36F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6B41E68-9D11-4683-8513-A285C20D18FE}">
      <dgm:prSet/>
      <dgm:spPr/>
      <dgm:t>
        <a:bodyPr/>
        <a:lstStyle/>
        <a:p>
          <a:pPr algn="thaiDist"/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Iterate and Debug: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7CC94E-BA92-4CCC-AE3E-6D6B94472E74}" type="parTrans" cxnId="{EF16B405-9FC0-473A-AA67-D6B9F585C629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5C87FD5-3985-40B5-B2A1-8BB741EF179C}" type="sibTrans" cxnId="{EF16B405-9FC0-473A-AA67-D6B9F585C629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913B59-2BD0-4ABB-9086-FCD477B38AC6}">
      <dgm:prSet/>
      <dgm:spPr/>
      <dgm:t>
        <a:bodyPr/>
        <a:lstStyle/>
        <a:p>
          <a:pPr algn="thaiDist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Test the workflow with different objects or environments to ensure consistent and accurate mapping.</a:t>
          </a:r>
        </a:p>
      </dgm:t>
    </dgm:pt>
    <dgm:pt modelId="{9FDA01B4-58D3-4218-9E3E-C557CAE993A4}" type="parTrans" cxnId="{295548A7-B2F7-48AC-8716-5D13BAFF6EC0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CB27AD-BEA2-46B6-BCD4-745F19AB94BF}" type="sibTrans" cxnId="{295548A7-B2F7-48AC-8716-5D13BAFF6EC0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70B79F-47D3-49A4-A1FD-EFA6805F078A}">
      <dgm:prSet/>
      <dgm:spPr/>
      <dgm:t>
        <a:bodyPr/>
        <a:lstStyle/>
        <a:p>
          <a:pPr algn="thaiDist"/>
          <a:r>
            <a:rPr lang="en-US" b="1">
              <a:latin typeface="Times New Roman" panose="02020603050405020304" pitchFamily="18" charset="0"/>
              <a:cs typeface="Times New Roman" panose="02020603050405020304" pitchFamily="18" charset="0"/>
            </a:rPr>
            <a:t>Export and Use: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65E959-382E-4F61-B460-E90CBF17B0C6}" type="parTrans" cxnId="{6F1EDCF1-941E-44D0-B7F9-B5A543A395B6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7E869E7-E8A2-44A6-AB68-E8C990E515C3}" type="sibTrans" cxnId="{6F1EDCF1-941E-44D0-B7F9-B5A543A395B6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38DC769-0262-4BD1-A003-4726374B2DC3}">
      <dgm:prSet/>
      <dgm:spPr/>
      <dgm:t>
        <a:bodyPr/>
        <a:lstStyle/>
        <a:p>
          <a:pPr algn="thaiDist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Save the final map in formats like PLY, PCD, or OBJ for further analysis or application in simulations and modeling.</a:t>
          </a:r>
        </a:p>
      </dgm:t>
    </dgm:pt>
    <dgm:pt modelId="{2FD9E3FF-4D9B-4A9B-96B3-977CD13CD2B1}" type="parTrans" cxnId="{261AD510-7142-4B86-82F6-9A41C2352EB4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8ECAFD-479E-40A3-805D-003DC34CC3B9}" type="sibTrans" cxnId="{261AD510-7142-4B86-82F6-9A41C2352EB4}">
      <dgm:prSet/>
      <dgm:spPr/>
      <dgm:t>
        <a:bodyPr/>
        <a:lstStyle/>
        <a:p>
          <a:pPr algn="thaiDist"/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A60828A-07E8-490E-B1B6-2E2064450CB9}" type="pres">
      <dgm:prSet presAssocID="{65830BF0-E95B-456A-BF51-CAF2D542174A}" presName="Name0" presStyleCnt="0">
        <dgm:presLayoutVars>
          <dgm:dir/>
          <dgm:resizeHandles/>
        </dgm:presLayoutVars>
      </dgm:prSet>
      <dgm:spPr/>
    </dgm:pt>
    <dgm:pt modelId="{D7AF30C9-CC0A-492B-A6D9-AF98DB8F2A6F}" type="pres">
      <dgm:prSet presAssocID="{03FC4FF4-B4A9-4D90-B06E-19CDB3753B9B}" presName="compNode" presStyleCnt="0"/>
      <dgm:spPr/>
    </dgm:pt>
    <dgm:pt modelId="{FCCA0979-072C-4DCD-BA17-A2FD916A788C}" type="pres">
      <dgm:prSet presAssocID="{03FC4FF4-B4A9-4D90-B06E-19CDB3753B9B}" presName="dummyConnPt" presStyleCnt="0"/>
      <dgm:spPr/>
    </dgm:pt>
    <dgm:pt modelId="{48F2556E-B7C6-4502-BC3E-FDB1E097A886}" type="pres">
      <dgm:prSet presAssocID="{03FC4FF4-B4A9-4D90-B06E-19CDB3753B9B}" presName="node" presStyleLbl="node1" presStyleIdx="0" presStyleCnt="8" custScaleY="68302">
        <dgm:presLayoutVars>
          <dgm:bulletEnabled val="1"/>
        </dgm:presLayoutVars>
      </dgm:prSet>
      <dgm:spPr/>
    </dgm:pt>
    <dgm:pt modelId="{F298C499-C682-4AD3-877F-1CCFB095F4E2}" type="pres">
      <dgm:prSet presAssocID="{1A9B61E4-1714-403F-9782-538E355ACF58}" presName="sibTrans" presStyleLbl="bgSibTrans2D1" presStyleIdx="0" presStyleCnt="7"/>
      <dgm:spPr/>
    </dgm:pt>
    <dgm:pt modelId="{00C65FC8-915C-44ED-9001-E274BEFA534F}" type="pres">
      <dgm:prSet presAssocID="{4C215AFB-5DB5-48B3-B258-EAC2E03F7A3F}" presName="compNode" presStyleCnt="0"/>
      <dgm:spPr/>
    </dgm:pt>
    <dgm:pt modelId="{C3FE67FB-1AF7-4C46-8B0D-204696E0B161}" type="pres">
      <dgm:prSet presAssocID="{4C215AFB-5DB5-48B3-B258-EAC2E03F7A3F}" presName="dummyConnPt" presStyleCnt="0"/>
      <dgm:spPr/>
    </dgm:pt>
    <dgm:pt modelId="{AA577E1E-B0AD-4D15-B3AF-72C646E323F9}" type="pres">
      <dgm:prSet presAssocID="{4C215AFB-5DB5-48B3-B258-EAC2E03F7A3F}" presName="node" presStyleLbl="node1" presStyleIdx="1" presStyleCnt="8" custScaleY="56448">
        <dgm:presLayoutVars>
          <dgm:bulletEnabled val="1"/>
        </dgm:presLayoutVars>
      </dgm:prSet>
      <dgm:spPr/>
    </dgm:pt>
    <dgm:pt modelId="{B0680D82-7871-4514-9880-D37EB45AE8DC}" type="pres">
      <dgm:prSet presAssocID="{E8FEC82F-C70F-4160-99E6-6BA04499ECEE}" presName="sibTrans" presStyleLbl="bgSibTrans2D1" presStyleIdx="1" presStyleCnt="7"/>
      <dgm:spPr/>
    </dgm:pt>
    <dgm:pt modelId="{76900FEC-E86C-4F83-A02E-EBB3CA252F73}" type="pres">
      <dgm:prSet presAssocID="{9D0EDBA0-1D72-4C44-BBAB-C40E2D5DE960}" presName="compNode" presStyleCnt="0"/>
      <dgm:spPr/>
    </dgm:pt>
    <dgm:pt modelId="{E57DB5FF-5E05-4B8C-8173-1092AE13AA95}" type="pres">
      <dgm:prSet presAssocID="{9D0EDBA0-1D72-4C44-BBAB-C40E2D5DE960}" presName="dummyConnPt" presStyleCnt="0"/>
      <dgm:spPr/>
    </dgm:pt>
    <dgm:pt modelId="{ABC5B3C1-1F97-4A2E-BD8C-A756D0AC2533}" type="pres">
      <dgm:prSet presAssocID="{9D0EDBA0-1D72-4C44-BBAB-C40E2D5DE960}" presName="node" presStyleLbl="node1" presStyleIdx="2" presStyleCnt="8" custScaleY="82645">
        <dgm:presLayoutVars>
          <dgm:bulletEnabled val="1"/>
        </dgm:presLayoutVars>
      </dgm:prSet>
      <dgm:spPr/>
    </dgm:pt>
    <dgm:pt modelId="{34E10D94-EE91-478D-858A-EA5E736CB131}" type="pres">
      <dgm:prSet presAssocID="{FA86B3BD-9276-4F5B-8DD6-B4E23DE7B054}" presName="sibTrans" presStyleLbl="bgSibTrans2D1" presStyleIdx="2" presStyleCnt="7"/>
      <dgm:spPr/>
    </dgm:pt>
    <dgm:pt modelId="{EF893C16-F682-45F5-82FF-F02E957D9945}" type="pres">
      <dgm:prSet presAssocID="{E5463104-32EB-477B-9F8E-FDCCA3AE28D7}" presName="compNode" presStyleCnt="0"/>
      <dgm:spPr/>
    </dgm:pt>
    <dgm:pt modelId="{14EE26E7-587C-40B6-93BF-683518FEAD82}" type="pres">
      <dgm:prSet presAssocID="{E5463104-32EB-477B-9F8E-FDCCA3AE28D7}" presName="dummyConnPt" presStyleCnt="0"/>
      <dgm:spPr/>
    </dgm:pt>
    <dgm:pt modelId="{2A1D533F-6290-4031-BA1E-11CF37ED3EC7}" type="pres">
      <dgm:prSet presAssocID="{E5463104-32EB-477B-9F8E-FDCCA3AE28D7}" presName="node" presStyleLbl="node1" presStyleIdx="3" presStyleCnt="8" custScaleY="75132" custLinFactNeighborY="-2748">
        <dgm:presLayoutVars>
          <dgm:bulletEnabled val="1"/>
        </dgm:presLayoutVars>
      </dgm:prSet>
      <dgm:spPr/>
    </dgm:pt>
    <dgm:pt modelId="{52A74F1F-757E-4947-9DBB-AA8F526E41CD}" type="pres">
      <dgm:prSet presAssocID="{DAFF5F81-B927-4A52-B4DD-F574345F8024}" presName="sibTrans" presStyleLbl="bgSibTrans2D1" presStyleIdx="3" presStyleCnt="7"/>
      <dgm:spPr/>
    </dgm:pt>
    <dgm:pt modelId="{4537107F-4D1A-4098-89FB-CF73468365F7}" type="pres">
      <dgm:prSet presAssocID="{7CE722D0-DAAB-4B69-8FED-3B202AEFEF3D}" presName="compNode" presStyleCnt="0"/>
      <dgm:spPr/>
    </dgm:pt>
    <dgm:pt modelId="{1FAC3FD3-B8E7-4B65-B77C-A2C8D800D268}" type="pres">
      <dgm:prSet presAssocID="{7CE722D0-DAAB-4B69-8FED-3B202AEFEF3D}" presName="dummyConnPt" presStyleCnt="0"/>
      <dgm:spPr/>
    </dgm:pt>
    <dgm:pt modelId="{33E30F91-A61C-471E-94E4-A7BE29A792A8}" type="pres">
      <dgm:prSet presAssocID="{7CE722D0-DAAB-4B69-8FED-3B202AEFEF3D}" presName="node" presStyleLbl="node1" presStyleIdx="4" presStyleCnt="8" custScaleY="62093">
        <dgm:presLayoutVars>
          <dgm:bulletEnabled val="1"/>
        </dgm:presLayoutVars>
      </dgm:prSet>
      <dgm:spPr/>
    </dgm:pt>
    <dgm:pt modelId="{B96C757C-8759-4A51-9F86-E7407CBB4B2D}" type="pres">
      <dgm:prSet presAssocID="{FBDEC545-C5F3-4982-9CEB-E6036801D2F0}" presName="sibTrans" presStyleLbl="bgSibTrans2D1" presStyleIdx="4" presStyleCnt="7"/>
      <dgm:spPr/>
    </dgm:pt>
    <dgm:pt modelId="{F16C591B-1417-411B-A0D8-2277C1ED06A3}" type="pres">
      <dgm:prSet presAssocID="{9B8934DC-F98E-4D72-805D-A0992E4E1B2B}" presName="compNode" presStyleCnt="0"/>
      <dgm:spPr/>
    </dgm:pt>
    <dgm:pt modelId="{BB37FE6C-680A-4699-B224-F7BC8A768B47}" type="pres">
      <dgm:prSet presAssocID="{9B8934DC-F98E-4D72-805D-A0992E4E1B2B}" presName="dummyConnPt" presStyleCnt="0"/>
      <dgm:spPr/>
    </dgm:pt>
    <dgm:pt modelId="{7B55F695-EEAF-485B-81B6-1C86B6391F71}" type="pres">
      <dgm:prSet presAssocID="{9B8934DC-F98E-4D72-805D-A0992E4E1B2B}" presName="node" presStyleLbl="node1" presStyleIdx="5" presStyleCnt="8" custScaleY="62093">
        <dgm:presLayoutVars>
          <dgm:bulletEnabled val="1"/>
        </dgm:presLayoutVars>
      </dgm:prSet>
      <dgm:spPr/>
    </dgm:pt>
    <dgm:pt modelId="{9F38FFCE-F5CA-49C7-9A58-617F342BB3EB}" type="pres">
      <dgm:prSet presAssocID="{89C40643-47EF-4657-AE62-CE42BA9BA9EC}" presName="sibTrans" presStyleLbl="bgSibTrans2D1" presStyleIdx="5" presStyleCnt="7"/>
      <dgm:spPr/>
    </dgm:pt>
    <dgm:pt modelId="{25C51208-FA5D-42E7-9565-1881B9B59AC1}" type="pres">
      <dgm:prSet presAssocID="{76B41E68-9D11-4683-8513-A285C20D18FE}" presName="compNode" presStyleCnt="0"/>
      <dgm:spPr/>
    </dgm:pt>
    <dgm:pt modelId="{4874CFA9-7417-40F4-A1F1-EE3E082E35FD}" type="pres">
      <dgm:prSet presAssocID="{76B41E68-9D11-4683-8513-A285C20D18FE}" presName="dummyConnPt" presStyleCnt="0"/>
      <dgm:spPr/>
    </dgm:pt>
    <dgm:pt modelId="{63F3F71E-3337-4FAB-BD6F-0DEFAF22141E}" type="pres">
      <dgm:prSet presAssocID="{76B41E68-9D11-4683-8513-A285C20D18FE}" presName="node" presStyleLbl="node1" presStyleIdx="6" presStyleCnt="8" custScaleY="62093">
        <dgm:presLayoutVars>
          <dgm:bulletEnabled val="1"/>
        </dgm:presLayoutVars>
      </dgm:prSet>
      <dgm:spPr/>
    </dgm:pt>
    <dgm:pt modelId="{13790A4A-7138-4598-8FF7-01E12510A7C0}" type="pres">
      <dgm:prSet presAssocID="{35C87FD5-3985-40B5-B2A1-8BB741EF179C}" presName="sibTrans" presStyleLbl="bgSibTrans2D1" presStyleIdx="6" presStyleCnt="7"/>
      <dgm:spPr/>
    </dgm:pt>
    <dgm:pt modelId="{B915D879-26DB-46D8-82E1-76BBC8394DD7}" type="pres">
      <dgm:prSet presAssocID="{4B70B79F-47D3-49A4-A1FD-EFA6805F078A}" presName="compNode" presStyleCnt="0"/>
      <dgm:spPr/>
    </dgm:pt>
    <dgm:pt modelId="{83D2530A-71E3-4CCA-B020-ACE8DB7F5374}" type="pres">
      <dgm:prSet presAssocID="{4B70B79F-47D3-49A4-A1FD-EFA6805F078A}" presName="dummyConnPt" presStyleCnt="0"/>
      <dgm:spPr/>
    </dgm:pt>
    <dgm:pt modelId="{E7BBCA95-1EE4-4C0A-8FA9-49C005FF7A0F}" type="pres">
      <dgm:prSet presAssocID="{4B70B79F-47D3-49A4-A1FD-EFA6805F078A}" presName="node" presStyleLbl="node1" presStyleIdx="7" presStyleCnt="8" custScaleY="56448">
        <dgm:presLayoutVars>
          <dgm:bulletEnabled val="1"/>
        </dgm:presLayoutVars>
      </dgm:prSet>
      <dgm:spPr/>
    </dgm:pt>
  </dgm:ptLst>
  <dgm:cxnLst>
    <dgm:cxn modelId="{EF16B405-9FC0-473A-AA67-D6B9F585C629}" srcId="{65830BF0-E95B-456A-BF51-CAF2D542174A}" destId="{76B41E68-9D11-4683-8513-A285C20D18FE}" srcOrd="6" destOrd="0" parTransId="{307CC94E-BA92-4CCC-AE3E-6D6B94472E74}" sibTransId="{35C87FD5-3985-40B5-B2A1-8BB741EF179C}"/>
    <dgm:cxn modelId="{FE0A7C0B-EEFA-458F-AC18-CF6905509253}" type="presOf" srcId="{35C87FD5-3985-40B5-B2A1-8BB741EF179C}" destId="{13790A4A-7138-4598-8FF7-01E12510A7C0}" srcOrd="0" destOrd="0" presId="urn:microsoft.com/office/officeart/2005/8/layout/bProcess4"/>
    <dgm:cxn modelId="{261AD510-7142-4B86-82F6-9A41C2352EB4}" srcId="{4B70B79F-47D3-49A4-A1FD-EFA6805F078A}" destId="{F38DC769-0262-4BD1-A003-4726374B2DC3}" srcOrd="0" destOrd="0" parTransId="{2FD9E3FF-4D9B-4A9B-96B3-977CD13CD2B1}" sibTransId="{738ECAFD-479E-40A3-805D-003DC34CC3B9}"/>
    <dgm:cxn modelId="{4F870613-096C-4FA2-90DF-16A96392CF93}" srcId="{4C215AFB-5DB5-48B3-B258-EAC2E03F7A3F}" destId="{572D044B-1108-4075-8739-F82CA61E46FD}" srcOrd="0" destOrd="0" parTransId="{2B0D5FBC-D469-48BA-BBF3-29596E88736E}" sibTransId="{9BC07C81-CAE0-4830-B5D5-A1145438D54D}"/>
    <dgm:cxn modelId="{869FD71B-13AA-4510-ABEF-C8083814CCAC}" srcId="{E5463104-32EB-477B-9F8E-FDCCA3AE28D7}" destId="{836A2672-2A2D-4B03-9FF2-793646967A74}" srcOrd="0" destOrd="0" parTransId="{31745D12-7DFE-4FAD-A749-B8A301F297D5}" sibTransId="{5C38A2F7-409C-4ED5-9039-3DB28C8B9566}"/>
    <dgm:cxn modelId="{39B40720-1753-4A68-983B-8FDCB290C7DD}" type="presOf" srcId="{9B8934DC-F98E-4D72-805D-A0992E4E1B2B}" destId="{7B55F695-EEAF-485B-81B6-1C86B6391F71}" srcOrd="0" destOrd="0" presId="urn:microsoft.com/office/officeart/2005/8/layout/bProcess4"/>
    <dgm:cxn modelId="{B8536021-82C5-453A-AF8F-E94D5E953321}" type="presOf" srcId="{4B70B79F-47D3-49A4-A1FD-EFA6805F078A}" destId="{E7BBCA95-1EE4-4C0A-8FA9-49C005FF7A0F}" srcOrd="0" destOrd="0" presId="urn:microsoft.com/office/officeart/2005/8/layout/bProcess4"/>
    <dgm:cxn modelId="{A6A3A536-BCB9-4ABC-9480-4022ACCB6B7A}" type="presOf" srcId="{9DAA0987-4558-46F9-A47C-849FC511E9B5}" destId="{ABC5B3C1-1F97-4A2E-BD8C-A756D0AC2533}" srcOrd="0" destOrd="1" presId="urn:microsoft.com/office/officeart/2005/8/layout/bProcess4"/>
    <dgm:cxn modelId="{03F11E40-82EA-4F03-833E-2E0F2E583B33}" type="presOf" srcId="{7CE722D0-DAAB-4B69-8FED-3B202AEFEF3D}" destId="{33E30F91-A61C-471E-94E4-A7BE29A792A8}" srcOrd="0" destOrd="0" presId="urn:microsoft.com/office/officeart/2005/8/layout/bProcess4"/>
    <dgm:cxn modelId="{0DE47443-846A-4B30-9407-8A1513F24D89}" srcId="{65830BF0-E95B-456A-BF51-CAF2D542174A}" destId="{9D0EDBA0-1D72-4C44-BBAB-C40E2D5DE960}" srcOrd="2" destOrd="0" parTransId="{FF54683F-F76E-4BE8-BB45-1B74DBE896D4}" sibTransId="{FA86B3BD-9276-4F5B-8DD6-B4E23DE7B054}"/>
    <dgm:cxn modelId="{4C6CCD43-98D8-4C7C-B007-C54FF81C8C06}" srcId="{9D0EDBA0-1D72-4C44-BBAB-C40E2D5DE960}" destId="{9DAA0987-4558-46F9-A47C-849FC511E9B5}" srcOrd="0" destOrd="0" parTransId="{CFD0AC5F-7C68-4D60-A199-1D266EF193CE}" sibTransId="{2A03C04B-B24B-45AA-BF93-B02BBAECE26A}"/>
    <dgm:cxn modelId="{17F36344-18B7-4390-993A-C2C333AD77E1}" srcId="{03FC4FF4-B4A9-4D90-B06E-19CDB3753B9B}" destId="{62EA5FB2-8B97-4037-AFAB-0F02E9E96759}" srcOrd="0" destOrd="0" parTransId="{FC0B8D2F-3FBE-4736-BA77-7777C8F85E3C}" sibTransId="{82FABC76-156D-40F9-9EEA-D65E618E06F4}"/>
    <dgm:cxn modelId="{C256364C-F2B8-4125-94AB-46212025AC7F}" type="presOf" srcId="{76B41E68-9D11-4683-8513-A285C20D18FE}" destId="{63F3F71E-3337-4FAB-BD6F-0DEFAF22141E}" srcOrd="0" destOrd="0" presId="urn:microsoft.com/office/officeart/2005/8/layout/bProcess4"/>
    <dgm:cxn modelId="{5182316D-8B47-439F-88FB-DBA9CB228EDA}" srcId="{65830BF0-E95B-456A-BF51-CAF2D542174A}" destId="{9B8934DC-F98E-4D72-805D-A0992E4E1B2B}" srcOrd="5" destOrd="0" parTransId="{DED4A6E3-6F65-4146-9F7D-CF77C31720BA}" sibTransId="{89C40643-47EF-4657-AE62-CE42BA9BA9EC}"/>
    <dgm:cxn modelId="{C092ED4D-7E78-4281-BDD6-275E5174424C}" type="presOf" srcId="{9D0EDBA0-1D72-4C44-BBAB-C40E2D5DE960}" destId="{ABC5B3C1-1F97-4A2E-BD8C-A756D0AC2533}" srcOrd="0" destOrd="0" presId="urn:microsoft.com/office/officeart/2005/8/layout/bProcess4"/>
    <dgm:cxn modelId="{9CCC5F71-65C0-4081-8EBD-27CF249CDA65}" type="presOf" srcId="{E5463104-32EB-477B-9F8E-FDCCA3AE28D7}" destId="{2A1D533F-6290-4031-BA1E-11CF37ED3EC7}" srcOrd="0" destOrd="0" presId="urn:microsoft.com/office/officeart/2005/8/layout/bProcess4"/>
    <dgm:cxn modelId="{DE8A2756-2611-4C6C-923A-9934157CD36F}" srcId="{9B8934DC-F98E-4D72-805D-A0992E4E1B2B}" destId="{FB417AC2-E35C-4495-BC7C-24746F0B1E76}" srcOrd="0" destOrd="0" parTransId="{C9542CB3-D58B-4AB2-B873-A27C390108FE}" sibTransId="{21F9E5B2-A33A-4CA3-B8D8-3CD927DFD910}"/>
    <dgm:cxn modelId="{160CFE59-15B5-473A-94D4-729F92204836}" type="presOf" srcId="{DAFF5F81-B927-4A52-B4DD-F574345F8024}" destId="{52A74F1F-757E-4947-9DBB-AA8F526E41CD}" srcOrd="0" destOrd="0" presId="urn:microsoft.com/office/officeart/2005/8/layout/bProcess4"/>
    <dgm:cxn modelId="{1A25F77B-0160-4DD0-AB2E-550287DEC6EB}" type="presOf" srcId="{3A913B59-2BD0-4ABB-9086-FCD477B38AC6}" destId="{63F3F71E-3337-4FAB-BD6F-0DEFAF22141E}" srcOrd="0" destOrd="1" presId="urn:microsoft.com/office/officeart/2005/8/layout/bProcess4"/>
    <dgm:cxn modelId="{1AAC877E-A452-4ABD-AD19-9952E9DDA123}" type="presOf" srcId="{89C40643-47EF-4657-AE62-CE42BA9BA9EC}" destId="{9F38FFCE-F5CA-49C7-9A58-617F342BB3EB}" srcOrd="0" destOrd="0" presId="urn:microsoft.com/office/officeart/2005/8/layout/bProcess4"/>
    <dgm:cxn modelId="{F3D50580-274C-41C5-ABAA-9ED0C9AE24ED}" type="presOf" srcId="{F38DC769-0262-4BD1-A003-4726374B2DC3}" destId="{E7BBCA95-1EE4-4C0A-8FA9-49C005FF7A0F}" srcOrd="0" destOrd="1" presId="urn:microsoft.com/office/officeart/2005/8/layout/bProcess4"/>
    <dgm:cxn modelId="{565CDB87-4F55-4C83-AD08-F0891103D70D}" type="presOf" srcId="{62EA5FB2-8B97-4037-AFAB-0F02E9E96759}" destId="{48F2556E-B7C6-4502-BC3E-FDB1E097A886}" srcOrd="0" destOrd="1" presId="urn:microsoft.com/office/officeart/2005/8/layout/bProcess4"/>
    <dgm:cxn modelId="{55C32C92-9F45-40CC-A297-356517570120}" srcId="{65830BF0-E95B-456A-BF51-CAF2D542174A}" destId="{E5463104-32EB-477B-9F8E-FDCCA3AE28D7}" srcOrd="3" destOrd="0" parTransId="{C7D3DF3D-6D14-4B92-9873-59290E4EDB4F}" sibTransId="{DAFF5F81-B927-4A52-B4DD-F574345F8024}"/>
    <dgm:cxn modelId="{52C75292-5C84-4E82-A359-9567DA9FDF71}" type="presOf" srcId="{FBDEC545-C5F3-4982-9CEB-E6036801D2F0}" destId="{B96C757C-8759-4A51-9F86-E7407CBB4B2D}" srcOrd="0" destOrd="0" presId="urn:microsoft.com/office/officeart/2005/8/layout/bProcess4"/>
    <dgm:cxn modelId="{28B1F493-9322-4D5E-8A51-DD3A776CCCE7}" type="presOf" srcId="{E8FEC82F-C70F-4160-99E6-6BA04499ECEE}" destId="{B0680D82-7871-4514-9880-D37EB45AE8DC}" srcOrd="0" destOrd="0" presId="urn:microsoft.com/office/officeart/2005/8/layout/bProcess4"/>
    <dgm:cxn modelId="{1F637E9B-E1CF-48A5-B9E2-786C7B9A436D}" srcId="{65830BF0-E95B-456A-BF51-CAF2D542174A}" destId="{7CE722D0-DAAB-4B69-8FED-3B202AEFEF3D}" srcOrd="4" destOrd="0" parTransId="{01A0AF45-B3C6-4503-AFD8-34D2D5CEAB5B}" sibTransId="{FBDEC545-C5F3-4982-9CEB-E6036801D2F0}"/>
    <dgm:cxn modelId="{295548A7-B2F7-48AC-8716-5D13BAFF6EC0}" srcId="{76B41E68-9D11-4683-8513-A285C20D18FE}" destId="{3A913B59-2BD0-4ABB-9086-FCD477B38AC6}" srcOrd="0" destOrd="0" parTransId="{9FDA01B4-58D3-4218-9E3E-C557CAE993A4}" sibTransId="{DBCB27AD-BEA2-46B6-BCD4-745F19AB94BF}"/>
    <dgm:cxn modelId="{5BC1C5A8-C541-41D8-BA59-CFD4F706D902}" type="presOf" srcId="{572D044B-1108-4075-8739-F82CA61E46FD}" destId="{AA577E1E-B0AD-4D15-B3AF-72C646E323F9}" srcOrd="0" destOrd="1" presId="urn:microsoft.com/office/officeart/2005/8/layout/bProcess4"/>
    <dgm:cxn modelId="{5F3907B2-0147-4CA2-A87A-5FF44D9D44A3}" type="presOf" srcId="{1A9B61E4-1714-403F-9782-538E355ACF58}" destId="{F298C499-C682-4AD3-877F-1CCFB095F4E2}" srcOrd="0" destOrd="0" presId="urn:microsoft.com/office/officeart/2005/8/layout/bProcess4"/>
    <dgm:cxn modelId="{3A8A5BB7-FBB9-450F-959F-D2CFE53C3386}" type="presOf" srcId="{9384B4F9-F257-4207-B7F7-CE4579D93B23}" destId="{2A1D533F-6290-4031-BA1E-11CF37ED3EC7}" srcOrd="0" destOrd="2" presId="urn:microsoft.com/office/officeart/2005/8/layout/bProcess4"/>
    <dgm:cxn modelId="{68D939C1-9F05-4A70-93D7-84A9D5A55B15}" srcId="{E5463104-32EB-477B-9F8E-FDCCA3AE28D7}" destId="{9384B4F9-F257-4207-B7F7-CE4579D93B23}" srcOrd="1" destOrd="0" parTransId="{6CFFC357-EB76-4DBD-8C4D-042DFC1D334E}" sibTransId="{D0AA525F-9945-4DC2-BCC4-8130C12A0C43}"/>
    <dgm:cxn modelId="{9DFA9CC1-3016-4468-A546-9D16C8697A2A}" type="presOf" srcId="{FB417AC2-E35C-4495-BC7C-24746F0B1E76}" destId="{7B55F695-EEAF-485B-81B6-1C86B6391F71}" srcOrd="0" destOrd="1" presId="urn:microsoft.com/office/officeart/2005/8/layout/bProcess4"/>
    <dgm:cxn modelId="{A2A723C2-6D6A-43D7-A8E5-0590B4EFD622}" type="presOf" srcId="{03FC4FF4-B4A9-4D90-B06E-19CDB3753B9B}" destId="{48F2556E-B7C6-4502-BC3E-FDB1E097A886}" srcOrd="0" destOrd="0" presId="urn:microsoft.com/office/officeart/2005/8/layout/bProcess4"/>
    <dgm:cxn modelId="{D873E2D1-4DAC-40FB-9FEE-937F43CCEFF5}" srcId="{7CE722D0-DAAB-4B69-8FED-3B202AEFEF3D}" destId="{2F607E0A-77CA-4676-AE16-A11E791955B4}" srcOrd="0" destOrd="0" parTransId="{8A2C2FE8-7EFF-40B0-9765-C91953F2EA35}" sibTransId="{DD044959-4CAE-4CE8-8165-3783E819EBEE}"/>
    <dgm:cxn modelId="{B28D67D2-6C87-4813-84C4-992FF8E29C88}" type="presOf" srcId="{65830BF0-E95B-456A-BF51-CAF2D542174A}" destId="{6A60828A-07E8-490E-B1B6-2E2064450CB9}" srcOrd="0" destOrd="0" presId="urn:microsoft.com/office/officeart/2005/8/layout/bProcess4"/>
    <dgm:cxn modelId="{193E1FD8-C1F6-4F41-A28B-FE6DC8208996}" type="presOf" srcId="{2F607E0A-77CA-4676-AE16-A11E791955B4}" destId="{33E30F91-A61C-471E-94E4-A7BE29A792A8}" srcOrd="0" destOrd="1" presId="urn:microsoft.com/office/officeart/2005/8/layout/bProcess4"/>
    <dgm:cxn modelId="{221E33E8-E8CD-4AED-9FC8-E4C975769DAF}" type="presOf" srcId="{FA86B3BD-9276-4F5B-8DD6-B4E23DE7B054}" destId="{34E10D94-EE91-478D-858A-EA5E736CB131}" srcOrd="0" destOrd="0" presId="urn:microsoft.com/office/officeart/2005/8/layout/bProcess4"/>
    <dgm:cxn modelId="{43E56DEC-763D-48DC-AE15-15BB2F02C68C}" srcId="{65830BF0-E95B-456A-BF51-CAF2D542174A}" destId="{4C215AFB-5DB5-48B3-B258-EAC2E03F7A3F}" srcOrd="1" destOrd="0" parTransId="{6A994F16-CCAE-4B9C-B08F-C877EEA39F7A}" sibTransId="{E8FEC82F-C70F-4160-99E6-6BA04499ECEE}"/>
    <dgm:cxn modelId="{9751AAF0-0914-4C94-9E0F-066CBB5ABBDA}" srcId="{65830BF0-E95B-456A-BF51-CAF2D542174A}" destId="{03FC4FF4-B4A9-4D90-B06E-19CDB3753B9B}" srcOrd="0" destOrd="0" parTransId="{695EC119-2005-4515-A86A-6F0F81E199AA}" sibTransId="{1A9B61E4-1714-403F-9782-538E355ACF58}"/>
    <dgm:cxn modelId="{6F1EDCF1-941E-44D0-B7F9-B5A543A395B6}" srcId="{65830BF0-E95B-456A-BF51-CAF2D542174A}" destId="{4B70B79F-47D3-49A4-A1FD-EFA6805F078A}" srcOrd="7" destOrd="0" parTransId="{0165E959-382E-4F61-B460-E90CBF17B0C6}" sibTransId="{27E869E7-E8A2-44A6-AB68-E8C990E515C3}"/>
    <dgm:cxn modelId="{681FF6F7-460D-46A8-8145-3554DABD4642}" type="presOf" srcId="{836A2672-2A2D-4B03-9FF2-793646967A74}" destId="{2A1D533F-6290-4031-BA1E-11CF37ED3EC7}" srcOrd="0" destOrd="1" presId="urn:microsoft.com/office/officeart/2005/8/layout/bProcess4"/>
    <dgm:cxn modelId="{540366FC-300A-4F64-AE50-4C11BFE82B86}" type="presOf" srcId="{4C215AFB-5DB5-48B3-B258-EAC2E03F7A3F}" destId="{AA577E1E-B0AD-4D15-B3AF-72C646E323F9}" srcOrd="0" destOrd="0" presId="urn:microsoft.com/office/officeart/2005/8/layout/bProcess4"/>
    <dgm:cxn modelId="{279C0D39-8083-4D27-95C6-BB2849E92A15}" type="presParOf" srcId="{6A60828A-07E8-490E-B1B6-2E2064450CB9}" destId="{D7AF30C9-CC0A-492B-A6D9-AF98DB8F2A6F}" srcOrd="0" destOrd="0" presId="urn:microsoft.com/office/officeart/2005/8/layout/bProcess4"/>
    <dgm:cxn modelId="{2A6346F1-5384-4834-9A77-FD0AF9EF9B7C}" type="presParOf" srcId="{D7AF30C9-CC0A-492B-A6D9-AF98DB8F2A6F}" destId="{FCCA0979-072C-4DCD-BA17-A2FD916A788C}" srcOrd="0" destOrd="0" presId="urn:microsoft.com/office/officeart/2005/8/layout/bProcess4"/>
    <dgm:cxn modelId="{AFABED99-FC08-46E0-B000-756002148C1B}" type="presParOf" srcId="{D7AF30C9-CC0A-492B-A6D9-AF98DB8F2A6F}" destId="{48F2556E-B7C6-4502-BC3E-FDB1E097A886}" srcOrd="1" destOrd="0" presId="urn:microsoft.com/office/officeart/2005/8/layout/bProcess4"/>
    <dgm:cxn modelId="{10C5FD9C-72B1-41C6-AEE8-50C5CF27E8D4}" type="presParOf" srcId="{6A60828A-07E8-490E-B1B6-2E2064450CB9}" destId="{F298C499-C682-4AD3-877F-1CCFB095F4E2}" srcOrd="1" destOrd="0" presId="urn:microsoft.com/office/officeart/2005/8/layout/bProcess4"/>
    <dgm:cxn modelId="{5397B5EB-EFC8-44D4-83F3-54AF13949E84}" type="presParOf" srcId="{6A60828A-07E8-490E-B1B6-2E2064450CB9}" destId="{00C65FC8-915C-44ED-9001-E274BEFA534F}" srcOrd="2" destOrd="0" presId="urn:microsoft.com/office/officeart/2005/8/layout/bProcess4"/>
    <dgm:cxn modelId="{B84036CE-79BF-4C44-A5A9-04DF72E67CA0}" type="presParOf" srcId="{00C65FC8-915C-44ED-9001-E274BEFA534F}" destId="{C3FE67FB-1AF7-4C46-8B0D-204696E0B161}" srcOrd="0" destOrd="0" presId="urn:microsoft.com/office/officeart/2005/8/layout/bProcess4"/>
    <dgm:cxn modelId="{636E20FE-6854-4289-8E04-6609F2992D96}" type="presParOf" srcId="{00C65FC8-915C-44ED-9001-E274BEFA534F}" destId="{AA577E1E-B0AD-4D15-B3AF-72C646E323F9}" srcOrd="1" destOrd="0" presId="urn:microsoft.com/office/officeart/2005/8/layout/bProcess4"/>
    <dgm:cxn modelId="{1AE52088-C58B-4B68-B3DB-1B249CBC251C}" type="presParOf" srcId="{6A60828A-07E8-490E-B1B6-2E2064450CB9}" destId="{B0680D82-7871-4514-9880-D37EB45AE8DC}" srcOrd="3" destOrd="0" presId="urn:microsoft.com/office/officeart/2005/8/layout/bProcess4"/>
    <dgm:cxn modelId="{D00E8A8D-DB74-4840-9512-A8F3FACD294F}" type="presParOf" srcId="{6A60828A-07E8-490E-B1B6-2E2064450CB9}" destId="{76900FEC-E86C-4F83-A02E-EBB3CA252F73}" srcOrd="4" destOrd="0" presId="urn:microsoft.com/office/officeart/2005/8/layout/bProcess4"/>
    <dgm:cxn modelId="{396EC255-D62E-4FD2-8A91-1F8A06225203}" type="presParOf" srcId="{76900FEC-E86C-4F83-A02E-EBB3CA252F73}" destId="{E57DB5FF-5E05-4B8C-8173-1092AE13AA95}" srcOrd="0" destOrd="0" presId="urn:microsoft.com/office/officeart/2005/8/layout/bProcess4"/>
    <dgm:cxn modelId="{15EAEBB9-7A29-462F-811B-F00A562D41BD}" type="presParOf" srcId="{76900FEC-E86C-4F83-A02E-EBB3CA252F73}" destId="{ABC5B3C1-1F97-4A2E-BD8C-A756D0AC2533}" srcOrd="1" destOrd="0" presId="urn:microsoft.com/office/officeart/2005/8/layout/bProcess4"/>
    <dgm:cxn modelId="{A912A795-5926-4D55-960D-E59642225A8C}" type="presParOf" srcId="{6A60828A-07E8-490E-B1B6-2E2064450CB9}" destId="{34E10D94-EE91-478D-858A-EA5E736CB131}" srcOrd="5" destOrd="0" presId="urn:microsoft.com/office/officeart/2005/8/layout/bProcess4"/>
    <dgm:cxn modelId="{A5798A0B-79DA-4430-9415-A7B8D5C26861}" type="presParOf" srcId="{6A60828A-07E8-490E-B1B6-2E2064450CB9}" destId="{EF893C16-F682-45F5-82FF-F02E957D9945}" srcOrd="6" destOrd="0" presId="urn:microsoft.com/office/officeart/2005/8/layout/bProcess4"/>
    <dgm:cxn modelId="{CAFA0F8E-70BB-4E85-9BF3-C02DC96C411B}" type="presParOf" srcId="{EF893C16-F682-45F5-82FF-F02E957D9945}" destId="{14EE26E7-587C-40B6-93BF-683518FEAD82}" srcOrd="0" destOrd="0" presId="urn:microsoft.com/office/officeart/2005/8/layout/bProcess4"/>
    <dgm:cxn modelId="{DB68539E-AE6F-42B3-A28A-67491F02BCA2}" type="presParOf" srcId="{EF893C16-F682-45F5-82FF-F02E957D9945}" destId="{2A1D533F-6290-4031-BA1E-11CF37ED3EC7}" srcOrd="1" destOrd="0" presId="urn:microsoft.com/office/officeart/2005/8/layout/bProcess4"/>
    <dgm:cxn modelId="{446995CB-C031-42D7-A640-28EBCBBBC6A7}" type="presParOf" srcId="{6A60828A-07E8-490E-B1B6-2E2064450CB9}" destId="{52A74F1F-757E-4947-9DBB-AA8F526E41CD}" srcOrd="7" destOrd="0" presId="urn:microsoft.com/office/officeart/2005/8/layout/bProcess4"/>
    <dgm:cxn modelId="{2AE9148A-C9F5-4DEB-86B3-243E1F5BF52F}" type="presParOf" srcId="{6A60828A-07E8-490E-B1B6-2E2064450CB9}" destId="{4537107F-4D1A-4098-89FB-CF73468365F7}" srcOrd="8" destOrd="0" presId="urn:microsoft.com/office/officeart/2005/8/layout/bProcess4"/>
    <dgm:cxn modelId="{FCAA6DA4-CF0B-408C-A949-87D7BF370893}" type="presParOf" srcId="{4537107F-4D1A-4098-89FB-CF73468365F7}" destId="{1FAC3FD3-B8E7-4B65-B77C-A2C8D800D268}" srcOrd="0" destOrd="0" presId="urn:microsoft.com/office/officeart/2005/8/layout/bProcess4"/>
    <dgm:cxn modelId="{FE9F9305-842E-4D3E-93F7-23D4314E4CBA}" type="presParOf" srcId="{4537107F-4D1A-4098-89FB-CF73468365F7}" destId="{33E30F91-A61C-471E-94E4-A7BE29A792A8}" srcOrd="1" destOrd="0" presId="urn:microsoft.com/office/officeart/2005/8/layout/bProcess4"/>
    <dgm:cxn modelId="{2A704FA1-191D-4C47-B61F-8C3C0F185CAD}" type="presParOf" srcId="{6A60828A-07E8-490E-B1B6-2E2064450CB9}" destId="{B96C757C-8759-4A51-9F86-E7407CBB4B2D}" srcOrd="9" destOrd="0" presId="urn:microsoft.com/office/officeart/2005/8/layout/bProcess4"/>
    <dgm:cxn modelId="{17CA58D7-25AB-4BA0-81F6-4B708FBA32F0}" type="presParOf" srcId="{6A60828A-07E8-490E-B1B6-2E2064450CB9}" destId="{F16C591B-1417-411B-A0D8-2277C1ED06A3}" srcOrd="10" destOrd="0" presId="urn:microsoft.com/office/officeart/2005/8/layout/bProcess4"/>
    <dgm:cxn modelId="{78D15FDD-D923-4EAE-B30E-CFE9C3990C57}" type="presParOf" srcId="{F16C591B-1417-411B-A0D8-2277C1ED06A3}" destId="{BB37FE6C-680A-4699-B224-F7BC8A768B47}" srcOrd="0" destOrd="0" presId="urn:microsoft.com/office/officeart/2005/8/layout/bProcess4"/>
    <dgm:cxn modelId="{24BB9EE0-9483-4329-AE7F-FBE634E34AFF}" type="presParOf" srcId="{F16C591B-1417-411B-A0D8-2277C1ED06A3}" destId="{7B55F695-EEAF-485B-81B6-1C86B6391F71}" srcOrd="1" destOrd="0" presId="urn:microsoft.com/office/officeart/2005/8/layout/bProcess4"/>
    <dgm:cxn modelId="{919945DA-7297-42B3-817B-05FB39521C63}" type="presParOf" srcId="{6A60828A-07E8-490E-B1B6-2E2064450CB9}" destId="{9F38FFCE-F5CA-49C7-9A58-617F342BB3EB}" srcOrd="11" destOrd="0" presId="urn:microsoft.com/office/officeart/2005/8/layout/bProcess4"/>
    <dgm:cxn modelId="{8D2E57FF-BD37-440E-9F27-468AF18C404F}" type="presParOf" srcId="{6A60828A-07E8-490E-B1B6-2E2064450CB9}" destId="{25C51208-FA5D-42E7-9565-1881B9B59AC1}" srcOrd="12" destOrd="0" presId="urn:microsoft.com/office/officeart/2005/8/layout/bProcess4"/>
    <dgm:cxn modelId="{1A46C61C-23A6-4D0A-BAAA-03A8223B9E8A}" type="presParOf" srcId="{25C51208-FA5D-42E7-9565-1881B9B59AC1}" destId="{4874CFA9-7417-40F4-A1F1-EE3E082E35FD}" srcOrd="0" destOrd="0" presId="urn:microsoft.com/office/officeart/2005/8/layout/bProcess4"/>
    <dgm:cxn modelId="{3A75A566-C1D8-4319-A97D-1C7143F61F23}" type="presParOf" srcId="{25C51208-FA5D-42E7-9565-1881B9B59AC1}" destId="{63F3F71E-3337-4FAB-BD6F-0DEFAF22141E}" srcOrd="1" destOrd="0" presId="urn:microsoft.com/office/officeart/2005/8/layout/bProcess4"/>
    <dgm:cxn modelId="{342E3333-5357-4A96-8156-2DED5F12DEE5}" type="presParOf" srcId="{6A60828A-07E8-490E-B1B6-2E2064450CB9}" destId="{13790A4A-7138-4598-8FF7-01E12510A7C0}" srcOrd="13" destOrd="0" presId="urn:microsoft.com/office/officeart/2005/8/layout/bProcess4"/>
    <dgm:cxn modelId="{9A378476-415A-4767-A5F4-CB2DAD6724AE}" type="presParOf" srcId="{6A60828A-07E8-490E-B1B6-2E2064450CB9}" destId="{B915D879-26DB-46D8-82E1-76BBC8394DD7}" srcOrd="14" destOrd="0" presId="urn:microsoft.com/office/officeart/2005/8/layout/bProcess4"/>
    <dgm:cxn modelId="{44122F57-6DD8-439A-9DF1-826095E0571E}" type="presParOf" srcId="{B915D879-26DB-46D8-82E1-76BBC8394DD7}" destId="{83D2530A-71E3-4CCA-B020-ACE8DB7F5374}" srcOrd="0" destOrd="0" presId="urn:microsoft.com/office/officeart/2005/8/layout/bProcess4"/>
    <dgm:cxn modelId="{198EAD95-15E1-4BDD-B8C5-4690CA3899D1}" type="presParOf" srcId="{B915D879-26DB-46D8-82E1-76BBC8394DD7}" destId="{E7BBCA95-1EE4-4C0A-8FA9-49C005FF7A0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8C499-C682-4AD3-877F-1CCFB095F4E2}">
      <dsp:nvSpPr>
        <dsp:cNvPr id="0" name=""/>
        <dsp:cNvSpPr/>
      </dsp:nvSpPr>
      <dsp:spPr>
        <a:xfrm rot="5400000">
          <a:off x="-169410" y="1302140"/>
          <a:ext cx="1527762" cy="262879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2556E-B7C6-4502-BC3E-FDB1E097A886}">
      <dsp:nvSpPr>
        <dsp:cNvPr id="0" name=""/>
        <dsp:cNvSpPr/>
      </dsp:nvSpPr>
      <dsp:spPr>
        <a:xfrm>
          <a:off x="5381" y="518281"/>
          <a:ext cx="2920878" cy="119701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thaiDi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Define the 3D ROI: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Use known real-world coordinates (e.g., x_min, x_max, y_min, y_max, z_min, z_max) to define a bounding box directly in 3D space.</a:t>
          </a:r>
        </a:p>
      </dsp:txBody>
      <dsp:txXfrm>
        <a:off x="40440" y="553340"/>
        <a:ext cx="2850760" cy="1126893"/>
      </dsp:txXfrm>
    </dsp:sp>
    <dsp:sp modelId="{B0680D82-7871-4514-9880-D37EB45AE8DC}">
      <dsp:nvSpPr>
        <dsp:cNvPr id="0" name=""/>
        <dsp:cNvSpPr/>
      </dsp:nvSpPr>
      <dsp:spPr>
        <a:xfrm rot="5400000">
          <a:off x="-230588" y="2896628"/>
          <a:ext cx="1650119" cy="262879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577E1E-B0AD-4D15-B3AF-72C646E323F9}">
      <dsp:nvSpPr>
        <dsp:cNvPr id="0" name=""/>
        <dsp:cNvSpPr/>
      </dsp:nvSpPr>
      <dsp:spPr>
        <a:xfrm>
          <a:off x="5381" y="2153424"/>
          <a:ext cx="2920878" cy="98926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thaiDi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Apply Depth Noise Reduction: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 RealSense depth filters such as decimation, spatial, and temporal filters to smooth depth data and fill gaps.</a:t>
          </a:r>
        </a:p>
      </dsp:txBody>
      <dsp:txXfrm>
        <a:off x="34356" y="2182399"/>
        <a:ext cx="2862928" cy="931316"/>
      </dsp:txXfrm>
    </dsp:sp>
    <dsp:sp modelId="{34E10D94-EE91-478D-858A-EA5E736CB131}">
      <dsp:nvSpPr>
        <dsp:cNvPr id="0" name=""/>
        <dsp:cNvSpPr/>
      </dsp:nvSpPr>
      <dsp:spPr>
        <a:xfrm rot="15680">
          <a:off x="599363" y="3734585"/>
          <a:ext cx="3874982" cy="262879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C5B3C1-1F97-4A2E-BD8C-A756D0AC2533}">
      <dsp:nvSpPr>
        <dsp:cNvPr id="0" name=""/>
        <dsp:cNvSpPr/>
      </dsp:nvSpPr>
      <dsp:spPr>
        <a:xfrm>
          <a:off x="5381" y="3580823"/>
          <a:ext cx="2920878" cy="144837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thaiDi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Capture and Save Filtered Point Cloud: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Ensure the point cloud data is filtered based on the defined 3D ROI and depth range (DEPTH_MIN and DEPTH_MAX) before saving.</a:t>
          </a:r>
        </a:p>
      </dsp:txBody>
      <dsp:txXfrm>
        <a:off x="47802" y="3623244"/>
        <a:ext cx="2836036" cy="1363533"/>
      </dsp:txXfrm>
    </dsp:sp>
    <dsp:sp modelId="{52A74F1F-757E-4947-9DBB-AA8F526E41CD}">
      <dsp:nvSpPr>
        <dsp:cNvPr id="0" name=""/>
        <dsp:cNvSpPr/>
      </dsp:nvSpPr>
      <dsp:spPr>
        <a:xfrm rot="16200000">
          <a:off x="3686397" y="2946889"/>
          <a:ext cx="1585682" cy="262879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1D533F-6290-4031-BA1E-11CF37ED3EC7}">
      <dsp:nvSpPr>
        <dsp:cNvPr id="0" name=""/>
        <dsp:cNvSpPr/>
      </dsp:nvSpPr>
      <dsp:spPr>
        <a:xfrm>
          <a:off x="3890150" y="3664330"/>
          <a:ext cx="2920878" cy="131670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thaiDi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Normalize and Clean Data: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Normalize the captured 3D points to fit within a unit cube.</a:t>
          </a:r>
        </a:p>
        <a:p>
          <a:pPr marL="114300" lvl="1" indent="-114300" algn="thaiDi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Remove outliers using statistical outlier removal techniques for cleaner data.</a:t>
          </a:r>
        </a:p>
      </dsp:txBody>
      <dsp:txXfrm>
        <a:off x="3928715" y="3702895"/>
        <a:ext cx="2843748" cy="1239578"/>
      </dsp:txXfrm>
    </dsp:sp>
    <dsp:sp modelId="{B96C757C-8759-4A51-9F86-E7407CBB4B2D}">
      <dsp:nvSpPr>
        <dsp:cNvPr id="0" name=""/>
        <dsp:cNvSpPr/>
      </dsp:nvSpPr>
      <dsp:spPr>
        <a:xfrm rot="16200000">
          <a:off x="3719125" y="1387833"/>
          <a:ext cx="1520227" cy="262879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E30F91-A61C-471E-94E4-A7BE29A792A8}">
      <dsp:nvSpPr>
        <dsp:cNvPr id="0" name=""/>
        <dsp:cNvSpPr/>
      </dsp:nvSpPr>
      <dsp:spPr>
        <a:xfrm>
          <a:off x="3890150" y="2186161"/>
          <a:ext cx="2920878" cy="10881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thaiDi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Visualize the Point Cloud: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 visualization tools like Open3D or </a:t>
          </a:r>
          <a:r>
            <a:rPr lang="en-US" sz="12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Plotly</a:t>
          </a: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to inspect the captured 3D map and validate its accuracy.</a:t>
          </a:r>
        </a:p>
      </dsp:txBody>
      <dsp:txXfrm>
        <a:off x="3922022" y="2218033"/>
        <a:ext cx="2857134" cy="1024452"/>
      </dsp:txXfrm>
    </dsp:sp>
    <dsp:sp modelId="{9F38FFCE-F5CA-49C7-9A58-617F342BB3EB}">
      <dsp:nvSpPr>
        <dsp:cNvPr id="0" name=""/>
        <dsp:cNvSpPr/>
      </dsp:nvSpPr>
      <dsp:spPr>
        <a:xfrm>
          <a:off x="4484152" y="624669"/>
          <a:ext cx="3874942" cy="262879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5F695-EEAF-485B-81B6-1C86B6391F71}">
      <dsp:nvSpPr>
        <dsp:cNvPr id="0" name=""/>
        <dsp:cNvSpPr/>
      </dsp:nvSpPr>
      <dsp:spPr>
        <a:xfrm>
          <a:off x="3890150" y="659833"/>
          <a:ext cx="2920878" cy="10881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thaiDi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Refine Alignment: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Apply rotation or transformation matrices to align the captured map with the desired coordinate system.</a:t>
          </a:r>
        </a:p>
      </dsp:txBody>
      <dsp:txXfrm>
        <a:off x="3922022" y="691705"/>
        <a:ext cx="2857134" cy="1024452"/>
      </dsp:txXfrm>
    </dsp:sp>
    <dsp:sp modelId="{13790A4A-7138-4598-8FF7-01E12510A7C0}">
      <dsp:nvSpPr>
        <dsp:cNvPr id="0" name=""/>
        <dsp:cNvSpPr/>
      </dsp:nvSpPr>
      <dsp:spPr>
        <a:xfrm rot="5400000">
          <a:off x="7628487" y="1363239"/>
          <a:ext cx="1471039" cy="262879"/>
        </a:xfrm>
        <a:prstGeom prst="rect">
          <a:avLst/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3F71E-3337-4FAB-BD6F-0DEFAF22141E}">
      <dsp:nvSpPr>
        <dsp:cNvPr id="0" name=""/>
        <dsp:cNvSpPr/>
      </dsp:nvSpPr>
      <dsp:spPr>
        <a:xfrm>
          <a:off x="7774918" y="659833"/>
          <a:ext cx="2920878" cy="108819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thaiDi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Iterate and Debug: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Test the workflow with different objects or environments to ensure consistent and accurate mapping.</a:t>
          </a:r>
        </a:p>
      </dsp:txBody>
      <dsp:txXfrm>
        <a:off x="7806790" y="691705"/>
        <a:ext cx="2857134" cy="1024452"/>
      </dsp:txXfrm>
    </dsp:sp>
    <dsp:sp modelId="{E7BBCA95-1EE4-4C0A-8FA9-49C005FF7A0F}">
      <dsp:nvSpPr>
        <dsp:cNvPr id="0" name=""/>
        <dsp:cNvSpPr/>
      </dsp:nvSpPr>
      <dsp:spPr>
        <a:xfrm>
          <a:off x="7774918" y="2186161"/>
          <a:ext cx="2920878" cy="98926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thaiDi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Times New Roman" panose="02020603050405020304" pitchFamily="18" charset="0"/>
              <a:cs typeface="Times New Roman" panose="02020603050405020304" pitchFamily="18" charset="0"/>
            </a:rPr>
            <a:t>Export and Use:</a:t>
          </a:r>
          <a:endParaRPr lang="en-US" sz="1600" kern="120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114300" lvl="1" indent="-114300" algn="thaiDist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Save the final map in formats like PLY, PCD, or OBJ for further analysis or application in simulations and modeling.</a:t>
          </a:r>
        </a:p>
      </dsp:txBody>
      <dsp:txXfrm>
        <a:off x="7803893" y="2215136"/>
        <a:ext cx="2862928" cy="9313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C767FD-611B-4BB3-A117-DFE765A902CF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38BBB6-471A-45EF-A62F-70FC7BA0BD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779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A968-1E25-5ED1-F5F9-2EC708805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E590B-E750-FE2D-9231-B03058A39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92DB2C-0CF1-37FE-A6D5-B788490D2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2FDAD-3AAC-B580-BB4A-9A78985B9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95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C6F2-0370-C198-A08B-DDE541E2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6F16E-FCDB-99F9-034B-30EE9FEFF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F582D-379D-381D-7324-FD96BBA90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502E6-DD4E-482E-8EBA-9BFBF60F4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742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08AF9-8C7F-78F3-D343-68BFF689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9C621-7CF6-71B6-F455-35A9DAA50E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30CDB-8719-2DF7-A76A-A07D41F17B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1CBDC-5C8B-1C8A-6011-FDA43BCCC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84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9856C-49E8-CFC6-678C-E0C578D86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612B7-C700-650F-0AF0-4E2C67F5AD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AE2D8-E3BA-C724-B581-52B896588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C26A4-BE01-E3FC-843D-8F0A8EADF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981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80C5F-82D2-0656-6367-93343ECD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B4316A-8DB8-5647-8ECD-D55638B38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3CB79-2940-412D-82EB-FC2B1DB65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C766B-8671-2096-4DAD-33FA039EF9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73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778C1-EF26-851E-24C4-B4A8108DC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A0E38-052A-3702-5BCD-421551B13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580631-AACD-F10D-F6F5-E208A63426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54741-2797-2525-24F4-5E58B5B85A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180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C2F79-8CA0-B922-52BE-06674BD7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2BA71C-FE68-B7FE-17A2-5DE6E4E47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98EA75-821D-1FAC-41E8-C17ABBD62C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170ADF-6094-7ECE-50AD-4895EC5CA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710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9407A-DA86-3EE3-FA52-AADD60EA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D5F0BF-BC32-DFE3-8488-DE9D0ACCC6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BFCE1-69B2-11FB-208A-3E3868890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851E8-B35D-022A-DE07-69D6BAD71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C36D5-6F74-49C1-961B-9E0C4A8AF6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40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7AB4D-F377-7853-8DFD-79544249F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11B2D-D74A-9883-1224-F712AB6E9E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62770-73D4-1DF1-1418-BACA31E3F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97BD2-AC0A-033F-50CC-31AB5393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6809C-DDAA-079C-D1F9-36679DA6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47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3284E-4D45-3293-464D-E88F5857A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EB0B-9ED4-420C-6868-2A7D1B39F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D6BCC-FBD6-4F35-B934-4FD0EF7A7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8C3DA-A858-F9F6-EF13-9A2D52978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67F83-CFCF-A13A-A0D0-831484255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200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25B5-20D5-FCDB-E4D9-5745F26F9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2869D-13E7-4386-2E6C-6A5995778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CB95F-3283-BF67-0885-E62F8A7B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A4F1D-87EC-F1C4-2CCD-E114EDDB8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CC243-7CE5-47DE-9CBB-BA426AD6C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1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5193-F77C-091F-D516-D3A0938F4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E5D76-CC5F-F802-8614-7F8B9BB0EE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951E2-7632-58FE-6FFE-3A32BC4B6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675FA5-F769-D0F7-5AA5-35987DAC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7BE31-685B-750C-EC0D-15FFE05B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62928-1F9C-6A1C-A12A-200F2343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03B5C-C6F1-0AE5-2C3A-325BB20EF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17220-F872-F54F-DB42-64DCACDC4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01273-6234-2311-31F2-4810B1D2D7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36A1A5-AF81-CEF6-5877-4DE6B9FD4B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910285-C4E1-54FB-56BD-7DB6EC9600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88B0C-80F9-5F3E-9102-E16E56542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F26DC9-C879-FECC-7CC6-81658E61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6D2806-F742-434E-4974-402551B0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5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A7A0-1CF8-8C8E-E2D6-13D883FA9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35D62-A7F3-29A3-0101-5EEF95323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A7DD6-C8D5-370B-F7A6-306A94FCF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025801-83B5-2A62-B5CB-2148FDF6D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80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93AAB-C49F-8631-9065-A5CDE872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8CC04E-A908-DA13-ED56-C47E8F66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E88A7-4FD0-7A92-F2B7-0396BD404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13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4ABF4-0F74-B135-BB81-98513ADD2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1329F-6636-7A54-DAD1-9D02F5FF5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23BB45-5A80-FC0C-A027-4F5EF0498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41C50A-1AFB-7A67-8AB2-0779A42C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4CBA0-DBD9-4520-2876-E767A6E6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77AD2-4FA9-564B-4CAF-9917EFFED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10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2495-E87F-910B-19AC-CA8BA6EC9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D8F5CA-4297-B2F4-8CD8-D7E1B27E7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9EB010-14D0-FBA0-CCE4-096D1ED2D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717383-454B-0AA4-46D7-F03764EA4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87C77-A50D-5221-FE83-C8AF57CE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C5897-52DE-CF1A-943A-0F315933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80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FD569-099B-F9E4-E467-7F28CD166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41972-2D73-653E-8ADB-45BF51D5E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88C3F-2CC2-EC66-D1AD-B5001FA6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3F55A-8780-C608-511C-E4466CB1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2C5E4-D455-3600-1926-D373145BF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92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FAADC2-B19C-7A92-F529-1F65FF6724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11C7C4-7298-09F8-9533-079A1CF0A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1C827-6DEA-FA9F-6EA2-F70E66C2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69E7F-FD68-E66C-7A1B-1C5D9A6E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DFC2-169D-6ED0-2FF5-E0BEDAE0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01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FBD86-3169-EB7F-5B1A-2D166BEF5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9AADA-000E-F667-2DE4-706853D8E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BBE09-06D5-13F6-9381-EBFA5BFB1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F4EFF-17A0-401F-A652-206B5C76921B}" type="datetimeFigureOut">
              <a:rPr lang="en-US" smtClean="0"/>
              <a:t>12/25/2024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1D9E3-4597-90DE-FA7D-EC9B68C22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B9B17-F6BE-CE9A-B356-CEDEBD445D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4200A8-C5E7-4565-A5AE-59ACFB655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45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47FD6-8F25-0A27-7A7C-091E62922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8E6B8631-993E-404B-6286-E91D85AA0B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A64C84B3-7DA4-74F9-5407-F5546CD0D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015821E-F20B-E14A-68DE-BA76E88E3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1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D2045-922D-FA95-7C16-DA3A4F39BF2F}"/>
              </a:ext>
            </a:extLst>
          </p:cNvPr>
          <p:cNvSpPr txBox="1"/>
          <p:nvPr/>
        </p:nvSpPr>
        <p:spPr>
          <a:xfrm>
            <a:off x="171822" y="-167698"/>
            <a:ext cx="1083733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 FROM 18/12 Week</a:t>
            </a:r>
          </a:p>
        </p:txBody>
      </p:sp>
      <p:pic>
        <p:nvPicPr>
          <p:cNvPr id="9" name="20241218-0416-29.6276823">
            <a:hlinkClick r:id="" action="ppaction://media"/>
            <a:extLst>
              <a:ext uri="{FF2B5EF4-FFF2-40B4-BE49-F238E27FC236}">
                <a16:creationId xmlns:a16="http://schemas.microsoft.com/office/drawing/2014/main" id="{4D5D8082-541D-E03F-65B7-90CBE21C085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rcRect r="723"/>
          <a:stretch/>
        </p:blipFill>
        <p:spPr>
          <a:xfrm>
            <a:off x="1021969" y="2805112"/>
            <a:ext cx="9713087" cy="35512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46407A-8486-8BA8-9AFB-FAA455F905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9576" y="3008717"/>
            <a:ext cx="2522056" cy="193046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44200D6-2B5F-5113-654B-3FA8900A9031}"/>
              </a:ext>
            </a:extLst>
          </p:cNvPr>
          <p:cNvSpPr/>
          <p:nvPr/>
        </p:nvSpPr>
        <p:spPr>
          <a:xfrm>
            <a:off x="8610600" y="3048000"/>
            <a:ext cx="1830977" cy="183750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A015A8B-3A23-976D-EC51-E07A50EC4163}"/>
              </a:ext>
            </a:extLst>
          </p:cNvPr>
          <p:cNvGrpSpPr/>
          <p:nvPr/>
        </p:nvGrpSpPr>
        <p:grpSpPr>
          <a:xfrm>
            <a:off x="8610600" y="3048000"/>
            <a:ext cx="1806016" cy="1837509"/>
            <a:chOff x="10473373" y="4694004"/>
            <a:chExt cx="1806016" cy="1837509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84CC0EA-F47B-6704-09FB-B76DB38725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73373" y="4694004"/>
              <a:ext cx="794657" cy="10276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365762A-7A0D-8217-53BF-1085EFCAE130}"/>
                </a:ext>
              </a:extLst>
            </p:cNvPr>
            <p:cNvCxnSpPr>
              <a:cxnSpLocks/>
            </p:cNvCxnSpPr>
            <p:nvPr/>
          </p:nvCxnSpPr>
          <p:spPr>
            <a:xfrm>
              <a:off x="11489373" y="5937246"/>
              <a:ext cx="790016" cy="59426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FDBEE0-A5EF-3CA8-7E0B-3D44E00DC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489373" y="4694004"/>
              <a:ext cx="770204" cy="102761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E0DC0AD-3155-5C3C-4837-910750DBA0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73373" y="5937246"/>
              <a:ext cx="763246" cy="59426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44680405-94B9-2B17-5BCE-F5EABE2822FF}"/>
              </a:ext>
            </a:extLst>
          </p:cNvPr>
          <p:cNvSpPr txBox="1"/>
          <p:nvPr/>
        </p:nvSpPr>
        <p:spPr>
          <a:xfrm>
            <a:off x="434800" y="803581"/>
            <a:ext cx="11322399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3D file scanning and rendering</a:t>
            </a:r>
          </a:p>
        </p:txBody>
      </p:sp>
    </p:spTree>
    <p:extLst>
      <p:ext uri="{BB962C8B-B14F-4D97-AF65-F5344CB8AC3E}">
        <p14:creationId xmlns:p14="http://schemas.microsoft.com/office/powerpoint/2010/main" val="207348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9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DB465-C8E1-96A2-EA35-7468D0DB6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D8C18854-23DC-DF18-5856-0B0C36F8B8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A5148F2C-7CCB-1F32-95C6-B5796FBC4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2531B0EB-A3DD-AF32-9A54-4B2E201F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2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CFF9AD-1764-151F-317C-12B1186BF8FD}"/>
              </a:ext>
            </a:extLst>
          </p:cNvPr>
          <p:cNvSpPr txBox="1"/>
          <p:nvPr/>
        </p:nvSpPr>
        <p:spPr>
          <a:xfrm>
            <a:off x="171822" y="-167698"/>
            <a:ext cx="1083733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 OF PROBLEMS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843F72-8E9B-4CB9-9861-3FB4FD9CDC7F}"/>
              </a:ext>
            </a:extLst>
          </p:cNvPr>
          <p:cNvSpPr txBox="1"/>
          <p:nvPr/>
        </p:nvSpPr>
        <p:spPr>
          <a:xfrm>
            <a:off x="237553" y="2220455"/>
            <a:ext cx="5821370" cy="4211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mismatch can cause the following issues: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outside the desired region (in 3D) may still be included in the point cloud.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points in the depth range might not align correctly with the 2D pixel-based ROI.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4AB9D-859F-3A57-125C-F0A34107148D}"/>
              </a:ext>
            </a:extLst>
          </p:cNvPr>
          <p:cNvSpPr txBox="1"/>
          <p:nvPr/>
        </p:nvSpPr>
        <p:spPr>
          <a:xfrm>
            <a:off x="237551" y="878742"/>
            <a:ext cx="11322399" cy="120032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 algn="thaiDist"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ROI defined is in 2D-pixel space, representing the coordinates on the camera's image plane, while the point cloud is in 3D space with x, y, and z coordinates in the camera's 3D world coordinate system.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3F0DA3-B651-2D25-C799-4CAD54084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0" y="2478036"/>
            <a:ext cx="2743200" cy="37963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0C5595-6AC1-8733-3AB0-9956A89E36D5}"/>
              </a:ext>
            </a:extLst>
          </p:cNvPr>
          <p:cNvSpPr txBox="1"/>
          <p:nvPr/>
        </p:nvSpPr>
        <p:spPr>
          <a:xfrm>
            <a:off x="10193647" y="3743949"/>
            <a:ext cx="5821370" cy="83099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= Object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ROI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8BAD7A-CA3B-0AEA-C0F4-CF5F2A531EE2}"/>
              </a:ext>
            </a:extLst>
          </p:cNvPr>
          <p:cNvSpPr txBox="1"/>
          <p:nvPr/>
        </p:nvSpPr>
        <p:spPr>
          <a:xfrm>
            <a:off x="7071515" y="6341618"/>
            <a:ext cx="5821370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2D ROI in image plane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160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7FDF-338D-D434-A2A5-E937D509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12BA2F38-ED29-10C1-5D05-EE94FF6941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DEBCA69D-0314-1FE3-12C9-81DA4B6E8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0B346AED-5871-9464-F11C-25EA79A25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3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34A2F-6F02-9EF0-77B9-0F690ACE6031}"/>
              </a:ext>
            </a:extLst>
          </p:cNvPr>
          <p:cNvSpPr txBox="1"/>
          <p:nvPr/>
        </p:nvSpPr>
        <p:spPr>
          <a:xfrm>
            <a:off x="171822" y="-167698"/>
            <a:ext cx="1083733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FIXES THE PROBLEMS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EC9201-6964-B6AD-DEEF-2AC4154286DD}"/>
              </a:ext>
            </a:extLst>
          </p:cNvPr>
          <p:cNvSpPr txBox="1"/>
          <p:nvPr/>
        </p:nvSpPr>
        <p:spPr>
          <a:xfrm>
            <a:off x="237551" y="915020"/>
            <a:ext cx="10771603" cy="58785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2D ROI to 3D Space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2D pixel ROI into 3D coordinates using the depth map.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the 3D points in the point cloud based on the mapped 3D ROI.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3D ROI directly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Specify the 3D bounding box explicitly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real-world coordinates (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x_min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x_max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y_min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y_max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z_max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camera's 3D space.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78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B6C87-2E0B-A4D1-78F8-7E4080D40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2E865B8C-26CE-45E0-016D-EFA37B8F6D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356B5DA2-5B8A-7749-3133-1E4C27BC2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B97549C5-C9B8-AE0E-BB58-1DBA3A2A5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4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ABC668-91BF-0F9B-0242-D2C9CC773829}"/>
              </a:ext>
            </a:extLst>
          </p:cNvPr>
          <p:cNvSpPr txBox="1"/>
          <p:nvPr/>
        </p:nvSpPr>
        <p:spPr>
          <a:xfrm>
            <a:off x="171822" y="-167698"/>
            <a:ext cx="1083733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ROI DIRECTLY IN 3D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85528-22B0-F315-12EB-F5B1AE27CE10}"/>
              </a:ext>
            </a:extLst>
          </p:cNvPr>
          <p:cNvSpPr txBox="1"/>
          <p:nvPr/>
        </p:nvSpPr>
        <p:spPr>
          <a:xfrm>
            <a:off x="721783" y="695302"/>
            <a:ext cx="10748433" cy="96032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Specify the 3D bounding box explicitly, using real-world coordinates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x_min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x_max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y_min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y_max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z_max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camera's 3D space.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756931D-7F62-1298-D6DB-730439812EA8}"/>
              </a:ext>
            </a:extLst>
          </p:cNvPr>
          <p:cNvGraphicFramePr>
            <a:graphicFrameLocks noGrp="1"/>
          </p:cNvGraphicFramePr>
          <p:nvPr/>
        </p:nvGraphicFramePr>
        <p:xfrm>
          <a:off x="1303271" y="1744218"/>
          <a:ext cx="9585455" cy="4612132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860890">
                  <a:extLst>
                    <a:ext uri="{9D8B030D-6E8A-4147-A177-3AD203B41FA5}">
                      <a16:colId xmlns:a16="http://schemas.microsoft.com/office/drawing/2014/main" val="528296624"/>
                    </a:ext>
                  </a:extLst>
                </a:gridCol>
                <a:gridCol w="7724565">
                  <a:extLst>
                    <a:ext uri="{9D8B030D-6E8A-4147-A177-3AD203B41FA5}">
                      <a16:colId xmlns:a16="http://schemas.microsoft.com/office/drawing/2014/main" val="3966350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in 3D Directly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436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Precise and directly uses real-world dimensions in meters.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Avoids errors or misalignment when mapping from 2D to 3D.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Independent of camera resolution and image distortions.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   Requires less computation compared to 2D-to-3D mapping.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12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Harder to visualize ROI without experience in 3D space.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easy for image-based selections.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   Requires manual calculation of 3D bounding box coordinates.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58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to Use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Known 3D coordinates or static physical setups with precise dimensions.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 where real-world physical measurements in meters are critical.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   Tasks focused entirely on 3D data without involving the 2D camera feed.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485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7121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31B43-F042-E54D-78A6-4BFEF2190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95A2FA99-60E6-04CB-0DB3-881DCDB203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0FBCEE79-8825-C1E1-CE39-FD602E8E7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2FE695F-8AB9-D76E-85E2-48497B45C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5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9B2D9-94A3-762A-F42F-E20B2BE40F50}"/>
              </a:ext>
            </a:extLst>
          </p:cNvPr>
          <p:cNvSpPr txBox="1"/>
          <p:nvPr/>
        </p:nvSpPr>
        <p:spPr>
          <a:xfrm>
            <a:off x="171822" y="-167698"/>
            <a:ext cx="1083733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TRANSFORMING A 2D ROI INTO 3D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DDF55-8ED2-AB7A-6303-941D1F38BBAB}"/>
              </a:ext>
            </a:extLst>
          </p:cNvPr>
          <p:cNvSpPr txBox="1"/>
          <p:nvPr/>
        </p:nvSpPr>
        <p:spPr>
          <a:xfrm>
            <a:off x="721783" y="701163"/>
            <a:ext cx="10748433" cy="96032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 Start with a 2D bounding box on the image plane (e.g., x1, y1, x2, y2 in pixels) and use the depth frame to calculate corresponding 3D coordinates.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A974D07-C613-D12C-52D7-8684346EC3FC}"/>
              </a:ext>
            </a:extLst>
          </p:cNvPr>
          <p:cNvGraphicFramePr>
            <a:graphicFrameLocks noGrp="1"/>
          </p:cNvGraphicFramePr>
          <p:nvPr/>
        </p:nvGraphicFramePr>
        <p:xfrm>
          <a:off x="1431608" y="1956185"/>
          <a:ext cx="9328782" cy="4200652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811060">
                  <a:extLst>
                    <a:ext uri="{9D8B030D-6E8A-4147-A177-3AD203B41FA5}">
                      <a16:colId xmlns:a16="http://schemas.microsoft.com/office/drawing/2014/main" val="528296624"/>
                    </a:ext>
                  </a:extLst>
                </a:gridCol>
                <a:gridCol w="7517722">
                  <a:extLst>
                    <a:ext uri="{9D8B030D-6E8A-4147-A177-3AD203B41FA5}">
                      <a16:colId xmlns:a16="http://schemas.microsoft.com/office/drawing/2014/main" val="3966350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Transforming a 2D into 3D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436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⁻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to define on images (especially for live camera feeds).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⁻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Suitable for interactive/dynamic ROIs.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 typeface="Times New Roman" panose="02020603050405020304" pitchFamily="18" charset="0"/>
                        <a:buChar char="⁻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 well when combining 2D and 3D data in the workflow.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12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Disadvantages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additional computation for 2D-to-3D transformation.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depends on depth resolution, which may lead to errors.</a:t>
                      </a:r>
                    </a:p>
                    <a:p>
                      <a:pPr marL="285750" indent="-28575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on accurate camera intrinsics for proper 2D-to-3D mapping.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58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to Use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Tasks where ROI needs to be dynamically selected on the camera feed.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 combining 2D image processing and 3D point cloud data.</a:t>
                      </a:r>
                    </a:p>
                    <a:p>
                      <a:pPr marL="342900" indent="-342900" algn="l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Projects where interactive tools or annotations are involved.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485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423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FE56C-733B-E3AC-1523-53DDAB8F2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BA45CD86-0D13-02E7-BC46-4F47B9468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7E2390CE-F10C-6702-94E0-7A950E755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B0BA2A1-D57C-4B31-1596-ECE1AE5E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6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769E0-2AAE-5EBE-341D-B23075551344}"/>
              </a:ext>
            </a:extLst>
          </p:cNvPr>
          <p:cNvSpPr txBox="1"/>
          <p:nvPr/>
        </p:nvSpPr>
        <p:spPr>
          <a:xfrm>
            <a:off x="171822" y="-167698"/>
            <a:ext cx="1083733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9D5E66-7861-8D0A-48B0-6F3BEB996B86}"/>
              </a:ext>
            </a:extLst>
          </p:cNvPr>
          <p:cNvSpPr txBox="1"/>
          <p:nvPr/>
        </p:nvSpPr>
        <p:spPr>
          <a:xfrm>
            <a:off x="237551" y="752922"/>
            <a:ext cx="1077160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Better?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72BF612-DFB5-0028-1B57-03878456D0F8}"/>
              </a:ext>
            </a:extLst>
          </p:cNvPr>
          <p:cNvGraphicFramePr>
            <a:graphicFrameLocks noGrp="1"/>
          </p:cNvGraphicFramePr>
          <p:nvPr/>
        </p:nvGraphicFramePr>
        <p:xfrm>
          <a:off x="437834" y="1439103"/>
          <a:ext cx="11316331" cy="48158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2212727">
                  <a:extLst>
                    <a:ext uri="{9D8B030D-6E8A-4147-A177-3AD203B41FA5}">
                      <a16:colId xmlns:a16="http://schemas.microsoft.com/office/drawing/2014/main" val="528296624"/>
                    </a:ext>
                  </a:extLst>
                </a:gridCol>
                <a:gridCol w="4535323">
                  <a:extLst>
                    <a:ext uri="{9D8B030D-6E8A-4147-A177-3AD203B41FA5}">
                      <a16:colId xmlns:a16="http://schemas.microsoft.com/office/drawing/2014/main" val="3966350724"/>
                    </a:ext>
                  </a:extLst>
                </a:gridCol>
                <a:gridCol w="4568281">
                  <a:extLst>
                    <a:ext uri="{9D8B030D-6E8A-4147-A177-3AD203B41FA5}">
                      <a16:colId xmlns:a16="http://schemas.microsoft.com/office/drawing/2014/main" val="21278696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Aspect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Define in 3D Directly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ysClr val="windowText" lastClr="000000"/>
                          </a:solidFill>
                        </a:rPr>
                        <a:t>Transform 2D ROI to 3D</a:t>
                      </a:r>
                      <a:endParaRPr lang="en-US" sz="2800" dirty="0">
                        <a:solidFill>
                          <a:sysClr val="windowText" lastClr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436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Precision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High (real-world dimensions)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Moderate (depends on depth data)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5127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Ease of Use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Requires familiarity with 3D space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Easy to define on images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5836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Visualization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Harder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Easier (image-plane visualization)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0485470"/>
                  </a:ext>
                </a:extLst>
              </a:tr>
              <a:tr h="602203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Computation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/>
                        <a:t>Fast (no 2D-to-3D mapping)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Slower due to transformation step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02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Flexibility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Best for physical setups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Best for interactive tools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75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8345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F91BD-4B01-6A0E-B473-8A3E7827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E210DA71-2F53-8C2D-14DD-41304559E0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1241F8FA-420E-27E9-9CD0-6FD01017C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A3E06A17-E810-0C3A-03BA-8B0FBA21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7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45C48-85F4-0C65-022B-3D3612FEC286}"/>
              </a:ext>
            </a:extLst>
          </p:cNvPr>
          <p:cNvSpPr txBox="1"/>
          <p:nvPr/>
        </p:nvSpPr>
        <p:spPr>
          <a:xfrm>
            <a:off x="171822" y="-167698"/>
            <a:ext cx="1083733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45A69D-A6CE-2ADC-8F0B-84577DBD03F8}"/>
              </a:ext>
            </a:extLst>
          </p:cNvPr>
          <p:cNvSpPr txBox="1"/>
          <p:nvPr/>
        </p:nvSpPr>
        <p:spPr>
          <a:xfrm>
            <a:off x="237551" y="855061"/>
            <a:ext cx="11322401" cy="3892861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ROI in 3D Directly: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this if: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with static objects with known positions.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 precise control over dimensions in meters.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2D ROI to 3D: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this if: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select regions in the image feed dynamically.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with applications that involve both 2D and 3D visualizations.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CAE0CC-F656-0289-B99E-012F43E17F31}"/>
              </a:ext>
            </a:extLst>
          </p:cNvPr>
          <p:cNvSpPr txBox="1"/>
          <p:nvPr/>
        </p:nvSpPr>
        <p:spPr>
          <a:xfrm>
            <a:off x="434799" y="4708155"/>
            <a:ext cx="11322401" cy="1687963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thaiDist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ROI directly in 3D is better</a:t>
            </a:r>
            <a:r>
              <a:rPr lang="en-US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precise and efficient while directly using real-world dimensions, as it avoids the complexity and potential inaccuracies of mapping from 2D to 3D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939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30409-F1EB-C780-FC9A-4C83C2BAA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ตราสัญลักษณ์เนื่องในโอกาสครบรอบ 60 ปี  แห่งการสถาปนามหาวิทยาลัยเทคโนโลยีพระจอมเกล้าธนบุรี – PR KMUTT">
            <a:extLst>
              <a:ext uri="{FF2B5EF4-FFF2-40B4-BE49-F238E27FC236}">
                <a16:creationId xmlns:a16="http://schemas.microsoft.com/office/drawing/2014/main" id="{F5E7576E-53EB-C93A-C6DE-EF70D94BF9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20" b="32723"/>
          <a:stretch/>
        </p:blipFill>
        <p:spPr bwMode="auto">
          <a:xfrm>
            <a:off x="10985984" y="47827"/>
            <a:ext cx="573968" cy="4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Division of Health Sciences Graduate School of Medical Sciences, Kanazawa  University">
            <a:extLst>
              <a:ext uri="{FF2B5EF4-FFF2-40B4-BE49-F238E27FC236}">
                <a16:creationId xmlns:a16="http://schemas.microsoft.com/office/drawing/2014/main" id="{2FDD65EC-7AD0-FE4E-EA5C-13CD9076E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9952" y="54717"/>
            <a:ext cx="460226" cy="46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93784E77-2493-AC67-AC6D-9131346E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1D6-7E61-41E9-BB6F-B62DDBA2B54E}" type="slidenum">
              <a:rPr lang="fr-FR" b="1" smtClean="0">
                <a:solidFill>
                  <a:schemeClr val="tx1"/>
                </a:solidFill>
                <a:latin typeface="Abadi" panose="020B0604020104020204" pitchFamily="34" charset="0"/>
              </a:rPr>
              <a:t>8</a:t>
            </a:fld>
            <a:endParaRPr lang="fr-FR" b="1" dirty="0">
              <a:solidFill>
                <a:schemeClr val="tx1"/>
              </a:solidFill>
              <a:latin typeface="Abadi" panose="020B0604020104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0CD609-9E04-6E8C-8514-D04597989305}"/>
              </a:ext>
            </a:extLst>
          </p:cNvPr>
          <p:cNvSpPr txBox="1"/>
          <p:nvPr/>
        </p:nvSpPr>
        <p:spPr>
          <a:xfrm>
            <a:off x="171822" y="-167698"/>
            <a:ext cx="10837332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STEPS</a:t>
            </a:r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6824AC7D-39FE-AC83-C251-944D760B949C}"/>
              </a:ext>
            </a:extLst>
          </p:cNvPr>
          <p:cNvGraphicFramePr/>
          <p:nvPr/>
        </p:nvGraphicFramePr>
        <p:xfrm>
          <a:off x="652621" y="901904"/>
          <a:ext cx="10701179" cy="5547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77736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899</Words>
  <Application>Microsoft Office PowerPoint</Application>
  <PresentationFormat>Widescreen</PresentationFormat>
  <Paragraphs>113</Paragraphs>
  <Slides>8</Slides>
  <Notes>8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Abadi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NAPAT NAOWARANGSEE</dc:creator>
  <cp:lastModifiedBy>NAPAT NAOWARANGSEE</cp:lastModifiedBy>
  <cp:revision>1</cp:revision>
  <dcterms:created xsi:type="dcterms:W3CDTF">2024-12-25T07:20:58Z</dcterms:created>
  <dcterms:modified xsi:type="dcterms:W3CDTF">2024-12-25T07:21:57Z</dcterms:modified>
</cp:coreProperties>
</file>